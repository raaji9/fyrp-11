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5143500" cx="9144000"/>
  <p:notesSz cx="7559675" cy="10691800"/>
  <p:embeddedFontLst>
    <p:embeddedFont>
      <p:font typeface="Roboto"/>
      <p:regular r:id="rId33"/>
      <p:bold r:id="rId34"/>
      <p:italic r:id="rId35"/>
      <p:boldItalic r:id="rId36"/>
    </p:embeddedFont>
    <p:embeddedFont>
      <p:font typeface="Bebas Neue"/>
      <p:regular r:id="rId37"/>
    </p:embeddedFont>
    <p:embeddedFont>
      <p:font typeface="Quicksand"/>
      <p:regular r:id="rId38"/>
      <p:bold r:id="rId39"/>
    </p:embeddedFont>
    <p:embeddedFont>
      <p:font typeface="Gill Sans"/>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9EA8F1-F3C1-4F5E-87AB-E92E76008C01}">
  <a:tblStyle styleId="{FD9EA8F1-F3C1-4F5E-87AB-E92E76008C0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GillSans-regular.fntdata"/><Relationship Id="rId20" Type="http://schemas.openxmlformats.org/officeDocument/2006/relationships/slide" Target="slides/slide13.xml"/><Relationship Id="rId41" Type="http://schemas.openxmlformats.org/officeDocument/2006/relationships/font" Target="fonts/GillSans-bold.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Roboto-regular.fntdata"/><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italic.fntdata"/><Relationship Id="rId12" Type="http://schemas.openxmlformats.org/officeDocument/2006/relationships/slide" Target="slides/slide5.xml"/><Relationship Id="rId34" Type="http://schemas.openxmlformats.org/officeDocument/2006/relationships/font" Target="fonts/Roboto-bold.fntdata"/><Relationship Id="rId15" Type="http://schemas.openxmlformats.org/officeDocument/2006/relationships/slide" Target="slides/slide8.xml"/><Relationship Id="rId37" Type="http://schemas.openxmlformats.org/officeDocument/2006/relationships/font" Target="fonts/BebasNeue-regular.fntdata"/><Relationship Id="rId14" Type="http://schemas.openxmlformats.org/officeDocument/2006/relationships/slide" Target="slides/slide7.xml"/><Relationship Id="rId36" Type="http://schemas.openxmlformats.org/officeDocument/2006/relationships/font" Target="fonts/Roboto-boldItalic.fntdata"/><Relationship Id="rId17" Type="http://schemas.openxmlformats.org/officeDocument/2006/relationships/slide" Target="slides/slide10.xml"/><Relationship Id="rId39" Type="http://schemas.openxmlformats.org/officeDocument/2006/relationships/font" Target="fonts/Quicksand-bold.fntdata"/><Relationship Id="rId16" Type="http://schemas.openxmlformats.org/officeDocument/2006/relationships/slide" Target="slides/slide9.xml"/><Relationship Id="rId38" Type="http://schemas.openxmlformats.org/officeDocument/2006/relationships/font" Target="fonts/Quicksand-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2: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3: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4: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9ab2575e0_0_372: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e9ab2575e0_0_372: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3e9ab2575e0_0_372: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9ab2575e0_0_186: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e9ab2575e0_0_186: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e9ab2575e0_0_186: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e9ab2575e0_0_466: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3e9ab2575e0_0_466: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g3e9ab2575e0_0_466: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e9ab2575e0_0_559: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e9ab2575e0_0_559: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e9ab2575e0_0_559: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6: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7: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7: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9ab2575e0_0_782: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e9ab2575e0_0_782: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g3e9ab2575e0_0_782: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9: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9: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0: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0: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e9ab2575e0_0_927: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g3e9ab2575e0_0_927: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e9ab2575e0_0_942: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3e9ab2575e0_0_942: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e9ab2575e0_0_949: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g3e9ab2575e0_0_949: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e9ab2575e0_0_956: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g3e9ab2575e0_0_956: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e9ab2575e0_0_96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3e9ab2575e0_0_963: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eb290a592d_1_4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eb290a592d_1_43: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11: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e52ceb112a_0_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3e52ceb112a_0_3: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e9ab2575e0_0_680: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e9ab2575e0_0_680: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g3e9ab2575e0_0_680: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e9ab2575e0_0_686: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g3e9ab2575e0_0_686: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g3e9ab2575e0_0_686: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e9ab2575e0_0_692: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e9ab2575e0_0_692: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g3e9ab2575e0_0_692: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13: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2"/>
          <p:cNvSpPr txBox="1"/>
          <p:nvPr>
            <p:ph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l">
              <a:spcBef>
                <a:spcPts val="0"/>
              </a:spcBef>
              <a:spcAft>
                <a:spcPts val="0"/>
              </a:spcAft>
              <a:buClr>
                <a:schemeClr val="dk2"/>
              </a:buClr>
              <a:buSzPts val="2500"/>
              <a:buFont typeface="Arial"/>
              <a:buNone/>
              <a:defRPr sz="25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 name="Google Shape;19;p2"/>
          <p:cNvSpPr txBox="1"/>
          <p:nvPr>
            <p:ph idx="1" type="body"/>
          </p:nvPr>
        </p:nvSpPr>
        <p:spPr>
          <a:xfrm>
            <a:off x="720000" y="1430950"/>
            <a:ext cx="7704000" cy="3177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indent="-304800" lvl="1" marL="914400" algn="l">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indent="-304800" lvl="2" marL="13716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indent="-304800" lvl="3" marL="18288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indent="-304800" lvl="4" marL="22860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indent="-304800" lvl="5" marL="27432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indent="-304800" lvl="6" marL="32004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indent="-304800" lvl="7" marL="36576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indent="-304800" lvl="8" marL="41148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3"/>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solidFill>
                <a:srgbClr val="FFFFFF"/>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sp>
        <p:nvSpPr>
          <p:cNvPr id="25" name="Google Shape;25;p4"/>
          <p:cNvSpPr txBox="1"/>
          <p:nvPr>
            <p:ph type="ctrTitle"/>
          </p:nvPr>
        </p:nvSpPr>
        <p:spPr>
          <a:xfrm>
            <a:off x="685800" y="1028700"/>
            <a:ext cx="7848600" cy="1445419"/>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5400"/>
              <a:buFont typeface="Arial"/>
              <a:buNone/>
              <a:defRPr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 type="subTitle"/>
          </p:nvPr>
        </p:nvSpPr>
        <p:spPr>
          <a:xfrm>
            <a:off x="685800" y="2628900"/>
            <a:ext cx="6400800" cy="1314450"/>
          </a:xfrm>
          <a:prstGeom prst="rect">
            <a:avLst/>
          </a:prstGeom>
          <a:noFill/>
          <a:ln>
            <a:noFill/>
          </a:ln>
        </p:spPr>
        <p:txBody>
          <a:bodyPr anchorCtr="0" anchor="t" bIns="45700" lIns="91425" spcFirstLastPara="1" rIns="91425" wrap="square" tIns="45700">
            <a:normAutofit/>
          </a:bodyPr>
          <a:lstStyle>
            <a:lvl1pPr lvl="0" algn="l">
              <a:spcBef>
                <a:spcPts val="560"/>
              </a:spcBef>
              <a:spcAft>
                <a:spcPts val="0"/>
              </a:spcAft>
              <a:buSzPts val="2380"/>
              <a:buNone/>
              <a:defRPr>
                <a:solidFill>
                  <a:srgbClr val="3F3F3F"/>
                </a:solidFill>
              </a:defRPr>
            </a:lvl1pPr>
            <a:lvl2pPr lvl="1" algn="ctr">
              <a:spcBef>
                <a:spcPts val="480"/>
              </a:spcBef>
              <a:spcAft>
                <a:spcPts val="0"/>
              </a:spcAft>
              <a:buSzPts val="2040"/>
              <a:buNone/>
              <a:defRPr>
                <a:solidFill>
                  <a:srgbClr val="888888"/>
                </a:solidFill>
              </a:defRPr>
            </a:lvl2pPr>
            <a:lvl3pPr lvl="2" algn="ctr">
              <a:spcBef>
                <a:spcPts val="400"/>
              </a:spcBef>
              <a:spcAft>
                <a:spcPts val="0"/>
              </a:spcAft>
              <a:buSzPts val="18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20"/>
              </a:spcBef>
              <a:spcAft>
                <a:spcPts val="0"/>
              </a:spcAft>
              <a:buSzPts val="1600"/>
              <a:buNone/>
              <a:defRPr>
                <a:solidFill>
                  <a:srgbClr val="888888"/>
                </a:solidFill>
              </a:defRPr>
            </a:lvl5pPr>
            <a:lvl6pPr lvl="5" algn="ctr">
              <a:spcBef>
                <a:spcPts val="260"/>
              </a:spcBef>
              <a:spcAft>
                <a:spcPts val="0"/>
              </a:spcAft>
              <a:buSzPts val="1300"/>
              <a:buNone/>
              <a:defRPr>
                <a:solidFill>
                  <a:srgbClr val="888888"/>
                </a:solidFill>
              </a:defRPr>
            </a:lvl6pPr>
            <a:lvl7pPr lvl="6" algn="ctr">
              <a:spcBef>
                <a:spcPts val="260"/>
              </a:spcBef>
              <a:spcAft>
                <a:spcPts val="0"/>
              </a:spcAft>
              <a:buSzPts val="1300"/>
              <a:buNone/>
              <a:defRPr>
                <a:solidFill>
                  <a:srgbClr val="888888"/>
                </a:solidFill>
              </a:defRPr>
            </a:lvl7pPr>
            <a:lvl8pPr lvl="7" algn="ctr">
              <a:spcBef>
                <a:spcPts val="260"/>
              </a:spcBef>
              <a:spcAft>
                <a:spcPts val="0"/>
              </a:spcAft>
              <a:buSzPts val="1300"/>
              <a:buNone/>
              <a:defRPr>
                <a:solidFill>
                  <a:srgbClr val="888888"/>
                </a:solidFill>
              </a:defRPr>
            </a:lvl8pPr>
            <a:lvl9pPr lvl="8" algn="ctr">
              <a:spcBef>
                <a:spcPts val="260"/>
              </a:spcBef>
              <a:spcAft>
                <a:spcPts val="0"/>
              </a:spcAft>
              <a:buSzPts val="1300"/>
              <a:buNone/>
              <a:defRPr>
                <a:solidFill>
                  <a:srgbClr val="888888"/>
                </a:solidFill>
              </a:defRPr>
            </a:lvl9pPr>
          </a:lstStyle>
          <a:p/>
        </p:txBody>
      </p:sp>
      <p:sp>
        <p:nvSpPr>
          <p:cNvPr id="27" name="Google Shape;27;p4"/>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cxnSp>
        <p:nvCxnSpPr>
          <p:cNvPr id="30" name="Google Shape;30;p4"/>
          <p:cNvCxnSpPr/>
          <p:nvPr/>
        </p:nvCxnSpPr>
        <p:spPr>
          <a:xfrm>
            <a:off x="685800" y="2548890"/>
            <a:ext cx="7848600" cy="1191"/>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5"/>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457200" y="1200150"/>
            <a:ext cx="8229600" cy="3657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58140" lvl="1" marL="914400" algn="l">
              <a:spcBef>
                <a:spcPts val="480"/>
              </a:spcBef>
              <a:spcAft>
                <a:spcPts val="0"/>
              </a:spcAft>
              <a:buClr>
                <a:schemeClr val="accent1"/>
              </a:buClr>
              <a:buSzPts val="2040"/>
              <a:buChar char="•"/>
              <a:defRPr/>
            </a:lvl2pPr>
            <a:lvl3pPr indent="-331470" lvl="2" marL="1371600" algn="l">
              <a:spcBef>
                <a:spcPts val="360"/>
              </a:spcBef>
              <a:spcAft>
                <a:spcPts val="0"/>
              </a:spcAft>
              <a:buSzPts val="1620"/>
              <a:buChar char="•"/>
              <a:defRPr/>
            </a:lvl3pPr>
            <a:lvl4pPr indent="-342900" lvl="3" marL="1828800" algn="l">
              <a:spcBef>
                <a:spcPts val="360"/>
              </a:spcBef>
              <a:spcAft>
                <a:spcPts val="0"/>
              </a:spcAft>
              <a:buClr>
                <a:schemeClr val="accent1"/>
              </a:buClr>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4" name="Google Shape;34;p5"/>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2"/>
        </a:solidFill>
      </p:bgPr>
    </p:bg>
    <p:spTree>
      <p:nvGrpSpPr>
        <p:cNvPr id="37" name="Shape 37"/>
        <p:cNvGrpSpPr/>
        <p:nvPr/>
      </p:nvGrpSpPr>
      <p:grpSpPr>
        <a:xfrm>
          <a:off x="0" y="0"/>
          <a:ext cx="0" cy="0"/>
          <a:chOff x="0" y="0"/>
          <a:chExt cx="0" cy="0"/>
        </a:xfrm>
      </p:grpSpPr>
      <p:sp>
        <p:nvSpPr>
          <p:cNvPr id="38" name="Google Shape;38;p6"/>
          <p:cNvSpPr txBox="1"/>
          <p:nvPr>
            <p:ph type="title"/>
          </p:nvPr>
        </p:nvSpPr>
        <p:spPr>
          <a:xfrm>
            <a:off x="722313" y="1771650"/>
            <a:ext cx="7772400" cy="165020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800"/>
              <a:buFont typeface="Arial"/>
              <a:buNone/>
              <a:defRPr b="0"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722313" y="3470149"/>
            <a:ext cx="7772400" cy="112514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SzPts val="2040"/>
              <a:buNone/>
              <a:defRPr sz="2400">
                <a:solidFill>
                  <a:schemeClr val="lt2"/>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44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228600" lvl="5" marL="2743200" algn="l">
              <a:spcBef>
                <a:spcPts val="280"/>
              </a:spcBef>
              <a:spcAft>
                <a:spcPts val="0"/>
              </a:spcAft>
              <a:buSzPts val="1400"/>
              <a:buNone/>
              <a:defRPr sz="1400">
                <a:solidFill>
                  <a:schemeClr val="lt1"/>
                </a:solidFill>
              </a:defRPr>
            </a:lvl6pPr>
            <a:lvl7pPr indent="-228600" lvl="6" marL="3200400" algn="l">
              <a:spcBef>
                <a:spcPts val="280"/>
              </a:spcBef>
              <a:spcAft>
                <a:spcPts val="0"/>
              </a:spcAft>
              <a:buSzPts val="1400"/>
              <a:buNone/>
              <a:defRPr sz="1400">
                <a:solidFill>
                  <a:schemeClr val="lt1"/>
                </a:solidFill>
              </a:defRPr>
            </a:lvl7pPr>
            <a:lvl8pPr indent="-228600" lvl="7" marL="3657600" algn="l">
              <a:spcBef>
                <a:spcPts val="280"/>
              </a:spcBef>
              <a:spcAft>
                <a:spcPts val="0"/>
              </a:spcAft>
              <a:buSzPts val="1400"/>
              <a:buNone/>
              <a:defRPr sz="1400">
                <a:solidFill>
                  <a:schemeClr val="lt1"/>
                </a:solidFill>
              </a:defRPr>
            </a:lvl8pPr>
            <a:lvl9pPr indent="-228600" lvl="8" marL="4114800" algn="l">
              <a:spcBef>
                <a:spcPts val="280"/>
              </a:spcBef>
              <a:spcAft>
                <a:spcPts val="0"/>
              </a:spcAft>
              <a:buSzPts val="1400"/>
              <a:buNone/>
              <a:defRPr sz="1400">
                <a:solidFill>
                  <a:schemeClr val="lt1"/>
                </a:solidFill>
              </a:defRPr>
            </a:lvl9pPr>
          </a:lstStyle>
          <a:p/>
        </p:txBody>
      </p:sp>
      <p:sp>
        <p:nvSpPr>
          <p:cNvPr id="40" name="Google Shape;40;p6"/>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solidFill>
                <a:srgbClr val="88A44E"/>
              </a:solidFill>
            </a:endParaRPr>
          </a:p>
        </p:txBody>
      </p:sp>
      <p:cxnSp>
        <p:nvCxnSpPr>
          <p:cNvPr id="43" name="Google Shape;43;p6"/>
          <p:cNvCxnSpPr/>
          <p:nvPr/>
        </p:nvCxnSpPr>
        <p:spPr>
          <a:xfrm>
            <a:off x="731520" y="3449574"/>
            <a:ext cx="7848600" cy="1191"/>
          </a:xfrm>
          <a:prstGeom prst="straightConnector1">
            <a:avLst/>
          </a:prstGeom>
          <a:noFill/>
          <a:ln cap="flat" cmpd="sng" w="19050">
            <a:solidFill>
              <a:schemeClr val="lt2"/>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7"/>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255014"/>
            <a:ext cx="4038600" cy="3538728"/>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47" name="Google Shape;47;p7"/>
          <p:cNvSpPr txBox="1"/>
          <p:nvPr>
            <p:ph idx="2" type="body"/>
          </p:nvPr>
        </p:nvSpPr>
        <p:spPr>
          <a:xfrm>
            <a:off x="4648200" y="1255014"/>
            <a:ext cx="4038600" cy="3538728"/>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48" name="Google Shape;48;p7"/>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8"/>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txBox="1"/>
          <p:nvPr>
            <p:ph idx="1" type="body"/>
          </p:nvPr>
        </p:nvSpPr>
        <p:spPr>
          <a:xfrm>
            <a:off x="457200" y="1257300"/>
            <a:ext cx="3931920" cy="47982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54" name="Google Shape;54;p8"/>
          <p:cNvSpPr txBox="1"/>
          <p:nvPr>
            <p:ph idx="2" type="body"/>
          </p:nvPr>
        </p:nvSpPr>
        <p:spPr>
          <a:xfrm>
            <a:off x="457200" y="1828800"/>
            <a:ext cx="3931920" cy="2963466"/>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70"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55" name="Google Shape;55;p8"/>
          <p:cNvSpPr txBox="1"/>
          <p:nvPr>
            <p:ph idx="3" type="body"/>
          </p:nvPr>
        </p:nvSpPr>
        <p:spPr>
          <a:xfrm>
            <a:off x="4754880" y="1257300"/>
            <a:ext cx="3931920" cy="47982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latin typeface="Arial"/>
                <a:ea typeface="Arial"/>
                <a:cs typeface="Arial"/>
                <a:sym typeface="Aria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56" name="Google Shape;56;p8"/>
          <p:cNvSpPr txBox="1"/>
          <p:nvPr>
            <p:ph idx="4" type="body"/>
          </p:nvPr>
        </p:nvSpPr>
        <p:spPr>
          <a:xfrm>
            <a:off x="4754880" y="1828800"/>
            <a:ext cx="3931920" cy="2963466"/>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70"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57" name="Google Shape;57;p8"/>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cxnSp>
        <p:nvCxnSpPr>
          <p:cNvPr id="60" name="Google Shape;60;p8"/>
          <p:cNvCxnSpPr/>
          <p:nvPr/>
        </p:nvCxnSpPr>
        <p:spPr>
          <a:xfrm rot="5400000">
            <a:off x="2806462" y="3034268"/>
            <a:ext cx="3531870" cy="794"/>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9"/>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10"/>
          <p:cNvSpPr txBox="1"/>
          <p:nvPr>
            <p:ph type="title"/>
          </p:nvPr>
        </p:nvSpPr>
        <p:spPr>
          <a:xfrm>
            <a:off x="457200" y="594060"/>
            <a:ext cx="2139696" cy="94640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0"/>
          <p:cNvSpPr txBox="1"/>
          <p:nvPr>
            <p:ph idx="1" type="body"/>
          </p:nvPr>
        </p:nvSpPr>
        <p:spPr>
          <a:xfrm>
            <a:off x="2971800" y="594060"/>
            <a:ext cx="5715000" cy="4183380"/>
          </a:xfrm>
          <a:prstGeom prst="rect">
            <a:avLst/>
          </a:prstGeom>
          <a:noFill/>
          <a:ln>
            <a:noFill/>
          </a:ln>
        </p:spPr>
        <p:txBody>
          <a:bodyPr anchorCtr="0" anchor="t" bIns="45700" lIns="91425" spcFirstLastPara="1" rIns="91425" wrap="square" tIns="45700">
            <a:normAutofit/>
          </a:bodyPr>
          <a:lstStyle>
            <a:lvl1pPr indent="-401320" lvl="0" marL="457200" algn="l">
              <a:spcBef>
                <a:spcPts val="640"/>
              </a:spcBef>
              <a:spcAft>
                <a:spcPts val="0"/>
              </a:spcAft>
              <a:buSzPts val="2720"/>
              <a:buChar char="•"/>
              <a:defRPr sz="3200"/>
            </a:lvl1pPr>
            <a:lvl2pPr indent="-379730" lvl="1" marL="914400" algn="l">
              <a:spcBef>
                <a:spcPts val="560"/>
              </a:spcBef>
              <a:spcAft>
                <a:spcPts val="0"/>
              </a:spcAft>
              <a:buSzPts val="2380"/>
              <a:buChar char="•"/>
              <a:defRPr sz="2800"/>
            </a:lvl2pPr>
            <a:lvl3pPr indent="-365760" lvl="2" marL="1371600" algn="l">
              <a:spcBef>
                <a:spcPts val="480"/>
              </a:spcBef>
              <a:spcAft>
                <a:spcPts val="0"/>
              </a:spcAft>
              <a:buSzPts val="216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69" name="Google Shape;69;p10"/>
          <p:cNvSpPr txBox="1"/>
          <p:nvPr>
            <p:ph idx="2" type="body"/>
          </p:nvPr>
        </p:nvSpPr>
        <p:spPr>
          <a:xfrm>
            <a:off x="457201" y="1597915"/>
            <a:ext cx="2139696" cy="3182711"/>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70" name="Google Shape;70;p10"/>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solidFill>
                <a:srgbClr val="88A44E"/>
              </a:solidFill>
            </a:endParaRPr>
          </a:p>
        </p:txBody>
      </p:sp>
      <p:cxnSp>
        <p:nvCxnSpPr>
          <p:cNvPr id="73" name="Google Shape;73;p10"/>
          <p:cNvCxnSpPr/>
          <p:nvPr/>
        </p:nvCxnSpPr>
        <p:spPr>
          <a:xfrm rot="5400000">
            <a:off x="684114" y="2684956"/>
            <a:ext cx="418338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11"/>
          <p:cNvSpPr txBox="1"/>
          <p:nvPr>
            <p:ph type="title"/>
          </p:nvPr>
        </p:nvSpPr>
        <p:spPr>
          <a:xfrm>
            <a:off x="457200" y="594360"/>
            <a:ext cx="2142680" cy="9486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1"/>
          <p:cNvSpPr/>
          <p:nvPr>
            <p:ph idx="2" type="pic"/>
          </p:nvPr>
        </p:nvSpPr>
        <p:spPr>
          <a:xfrm>
            <a:off x="2858610" y="628651"/>
            <a:ext cx="5904390" cy="4125342"/>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823"/>
              </a:srgbClr>
            </a:outerShdw>
          </a:effectLst>
        </p:spPr>
      </p:sp>
      <p:sp>
        <p:nvSpPr>
          <p:cNvPr id="77" name="Google Shape;77;p11"/>
          <p:cNvSpPr txBox="1"/>
          <p:nvPr>
            <p:ph idx="1" type="body"/>
          </p:nvPr>
        </p:nvSpPr>
        <p:spPr>
          <a:xfrm>
            <a:off x="457200" y="1600200"/>
            <a:ext cx="2139696" cy="318211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78" name="Google Shape;78;p11"/>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2"/>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2"/>
          <p:cNvSpPr txBox="1"/>
          <p:nvPr>
            <p:ph idx="1" type="body"/>
          </p:nvPr>
        </p:nvSpPr>
        <p:spPr>
          <a:xfrm rot="5400000">
            <a:off x="2743200" y="-1085850"/>
            <a:ext cx="3657600" cy="8229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70"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12"/>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2"/>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13"/>
          <p:cNvSpPr txBox="1"/>
          <p:nvPr>
            <p:ph type="title"/>
          </p:nvPr>
        </p:nvSpPr>
        <p:spPr>
          <a:xfrm rot="5400000">
            <a:off x="5457825" y="1628775"/>
            <a:ext cx="4400550"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3"/>
          <p:cNvSpPr txBox="1"/>
          <p:nvPr>
            <p:ph idx="1" type="body"/>
          </p:nvPr>
        </p:nvSpPr>
        <p:spPr>
          <a:xfrm rot="5400000">
            <a:off x="1266825" y="-352425"/>
            <a:ext cx="4400550" cy="6019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70"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0" name="Google Shape;90;p13"/>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3"/>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1" name="Shape 101"/>
        <p:cNvGrpSpPr/>
        <p:nvPr/>
      </p:nvGrpSpPr>
      <p:grpSpPr>
        <a:xfrm>
          <a:off x="0" y="0"/>
          <a:ext cx="0" cy="0"/>
          <a:chOff x="0" y="0"/>
          <a:chExt cx="0" cy="0"/>
        </a:xfrm>
      </p:grpSpPr>
      <p:sp>
        <p:nvSpPr>
          <p:cNvPr id="102" name="Google Shape;102;p15"/>
          <p:cNvSpPr txBox="1"/>
          <p:nvPr>
            <p:ph type="title"/>
          </p:nvPr>
        </p:nvSpPr>
        <p:spPr>
          <a:xfrm>
            <a:off x="715099" y="535000"/>
            <a:ext cx="7708800" cy="572700"/>
          </a:xfrm>
          <a:prstGeom prst="rect">
            <a:avLst/>
          </a:prstGeom>
          <a:noFill/>
          <a:ln>
            <a:noFill/>
          </a:ln>
        </p:spPr>
        <p:txBody>
          <a:bodyPr anchorCtr="0" anchor="b" bIns="91425" lIns="91425" spcFirstLastPara="1" rIns="91425" wrap="square" tIns="91425">
            <a:noAutofit/>
          </a:bodyPr>
          <a:lstStyle>
            <a:lvl1pPr lvl="0" algn="l">
              <a:spcBef>
                <a:spcPts val="0"/>
              </a:spcBef>
              <a:spcAft>
                <a:spcPts val="0"/>
              </a:spcAft>
              <a:buClr>
                <a:schemeClr val="dk2"/>
              </a:buClr>
              <a:buSzPts val="2500"/>
              <a:buFont typeface="Arial"/>
              <a:buNone/>
              <a:defRPr sz="25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3" name="Google Shape;103;p15"/>
          <p:cNvSpPr txBox="1"/>
          <p:nvPr>
            <p:ph idx="1" type="body"/>
          </p:nvPr>
        </p:nvSpPr>
        <p:spPr>
          <a:xfrm>
            <a:off x="720000" y="1430950"/>
            <a:ext cx="7704000" cy="3177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indent="-304800" lvl="1" marL="914400" algn="l">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indent="-304800" lvl="2" marL="1371600" algn="l">
              <a:lnSpc>
                <a:spcPct val="114999"/>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indent="-304800" lvl="3" marL="1828800" algn="l">
              <a:lnSpc>
                <a:spcPct val="114999"/>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indent="-304800" lvl="4" marL="2286000" algn="l">
              <a:lnSpc>
                <a:spcPct val="114999"/>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indent="-304800" lvl="5" marL="2743200" algn="l">
              <a:lnSpc>
                <a:spcPct val="114999"/>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indent="-304800" lvl="6" marL="3200400" algn="l">
              <a:lnSpc>
                <a:spcPct val="114999"/>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indent="-304800" lvl="7" marL="3657600" algn="l">
              <a:lnSpc>
                <a:spcPct val="114999"/>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indent="-304800" lvl="8" marL="4114800" algn="l">
              <a:lnSpc>
                <a:spcPct val="114999"/>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4" name="Shape 104"/>
        <p:cNvGrpSpPr/>
        <p:nvPr/>
      </p:nvGrpSpPr>
      <p:grpSpPr>
        <a:xfrm>
          <a:off x="0" y="0"/>
          <a:ext cx="0" cy="0"/>
          <a:chOff x="0" y="0"/>
          <a:chExt cx="0" cy="0"/>
        </a:xfrm>
      </p:grpSpPr>
      <p:sp>
        <p:nvSpPr>
          <p:cNvPr id="105" name="Google Shape;105;p16"/>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6"/>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6"/>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solidFill>
                <a:srgbClr val="FFFFFF"/>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8" name="Shape 108"/>
        <p:cNvGrpSpPr/>
        <p:nvPr/>
      </p:nvGrpSpPr>
      <p:grpSpPr>
        <a:xfrm>
          <a:off x="0" y="0"/>
          <a:ext cx="0" cy="0"/>
          <a:chOff x="0" y="0"/>
          <a:chExt cx="0" cy="0"/>
        </a:xfrm>
      </p:grpSpPr>
      <p:sp>
        <p:nvSpPr>
          <p:cNvPr id="109" name="Google Shape;109;p17"/>
          <p:cNvSpPr txBox="1"/>
          <p:nvPr>
            <p:ph type="ctrTitle"/>
          </p:nvPr>
        </p:nvSpPr>
        <p:spPr>
          <a:xfrm>
            <a:off x="685800" y="1028700"/>
            <a:ext cx="7848600" cy="1445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5400"/>
              <a:buFont typeface="Arial"/>
              <a:buNone/>
              <a:defRPr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7"/>
          <p:cNvSpPr txBox="1"/>
          <p:nvPr>
            <p:ph idx="1" type="subTitle"/>
          </p:nvPr>
        </p:nvSpPr>
        <p:spPr>
          <a:xfrm>
            <a:off x="685800" y="2628900"/>
            <a:ext cx="6400800" cy="1314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SzPts val="2380"/>
              <a:buNone/>
              <a:defRPr>
                <a:solidFill>
                  <a:srgbClr val="3F3F3F"/>
                </a:solidFill>
              </a:defRPr>
            </a:lvl1pPr>
            <a:lvl2pPr lvl="1" algn="ctr">
              <a:spcBef>
                <a:spcPts val="0"/>
              </a:spcBef>
              <a:spcAft>
                <a:spcPts val="0"/>
              </a:spcAft>
              <a:buSzPts val="2040"/>
              <a:buNone/>
              <a:defRPr>
                <a:solidFill>
                  <a:srgbClr val="888888"/>
                </a:solidFill>
              </a:defRPr>
            </a:lvl2pPr>
            <a:lvl3pPr lvl="2" algn="ctr">
              <a:spcBef>
                <a:spcPts val="0"/>
              </a:spcBef>
              <a:spcAft>
                <a:spcPts val="0"/>
              </a:spcAft>
              <a:buSzPts val="1800"/>
              <a:buNone/>
              <a:defRPr>
                <a:solidFill>
                  <a:srgbClr val="888888"/>
                </a:solidFill>
              </a:defRPr>
            </a:lvl3pPr>
            <a:lvl4pPr lvl="3" algn="ctr">
              <a:spcBef>
                <a:spcPts val="0"/>
              </a:spcBef>
              <a:spcAft>
                <a:spcPts val="0"/>
              </a:spcAft>
              <a:buSzPts val="1800"/>
              <a:buNone/>
              <a:defRPr>
                <a:solidFill>
                  <a:srgbClr val="888888"/>
                </a:solidFill>
              </a:defRPr>
            </a:lvl4pPr>
            <a:lvl5pPr lvl="4" algn="ctr">
              <a:spcBef>
                <a:spcPts val="0"/>
              </a:spcBef>
              <a:spcAft>
                <a:spcPts val="0"/>
              </a:spcAft>
              <a:buSzPts val="1600"/>
              <a:buNone/>
              <a:defRPr>
                <a:solidFill>
                  <a:srgbClr val="888888"/>
                </a:solidFill>
              </a:defRPr>
            </a:lvl5pPr>
            <a:lvl6pPr lvl="5" algn="ctr">
              <a:spcBef>
                <a:spcPts val="0"/>
              </a:spcBef>
              <a:spcAft>
                <a:spcPts val="0"/>
              </a:spcAft>
              <a:buSzPts val="1300"/>
              <a:buNone/>
              <a:defRPr>
                <a:solidFill>
                  <a:srgbClr val="888888"/>
                </a:solidFill>
              </a:defRPr>
            </a:lvl6pPr>
            <a:lvl7pPr lvl="6" algn="ctr">
              <a:spcBef>
                <a:spcPts val="0"/>
              </a:spcBef>
              <a:spcAft>
                <a:spcPts val="0"/>
              </a:spcAft>
              <a:buSzPts val="1300"/>
              <a:buNone/>
              <a:defRPr>
                <a:solidFill>
                  <a:srgbClr val="888888"/>
                </a:solidFill>
              </a:defRPr>
            </a:lvl7pPr>
            <a:lvl8pPr lvl="7" algn="ctr">
              <a:spcBef>
                <a:spcPts val="0"/>
              </a:spcBef>
              <a:spcAft>
                <a:spcPts val="0"/>
              </a:spcAft>
              <a:buSzPts val="1300"/>
              <a:buNone/>
              <a:defRPr>
                <a:solidFill>
                  <a:srgbClr val="888888"/>
                </a:solidFill>
              </a:defRPr>
            </a:lvl8pPr>
            <a:lvl9pPr lvl="8" algn="ctr">
              <a:spcBef>
                <a:spcPts val="0"/>
              </a:spcBef>
              <a:spcAft>
                <a:spcPts val="0"/>
              </a:spcAft>
              <a:buSzPts val="1300"/>
              <a:buNone/>
              <a:defRPr>
                <a:solidFill>
                  <a:srgbClr val="888888"/>
                </a:solidFill>
              </a:defRPr>
            </a:lvl9pPr>
          </a:lstStyle>
          <a:p/>
        </p:txBody>
      </p:sp>
      <p:sp>
        <p:nvSpPr>
          <p:cNvPr id="111" name="Google Shape;111;p17"/>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7"/>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7"/>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cxnSp>
        <p:nvCxnSpPr>
          <p:cNvPr id="114" name="Google Shape;114;p17"/>
          <p:cNvCxnSpPr/>
          <p:nvPr/>
        </p:nvCxnSpPr>
        <p:spPr>
          <a:xfrm>
            <a:off x="685800" y="2548890"/>
            <a:ext cx="7848600" cy="1200"/>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5" name="Shape 115"/>
        <p:cNvGrpSpPr/>
        <p:nvPr/>
      </p:nvGrpSpPr>
      <p:grpSpPr>
        <a:xfrm>
          <a:off x="0" y="0"/>
          <a:ext cx="0" cy="0"/>
          <a:chOff x="0" y="0"/>
          <a:chExt cx="0" cy="0"/>
        </a:xfrm>
      </p:grpSpPr>
      <p:sp>
        <p:nvSpPr>
          <p:cNvPr id="116" name="Google Shape;116;p18"/>
          <p:cNvSpPr txBox="1"/>
          <p:nvPr>
            <p:ph type="title"/>
          </p:nvPr>
        </p:nvSpPr>
        <p:spPr>
          <a:xfrm>
            <a:off x="457200" y="400050"/>
            <a:ext cx="8229600" cy="743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18"/>
          <p:cNvSpPr txBox="1"/>
          <p:nvPr>
            <p:ph idx="1" type="body"/>
          </p:nvPr>
        </p:nvSpPr>
        <p:spPr>
          <a:xfrm>
            <a:off x="457200" y="1200150"/>
            <a:ext cx="8229600" cy="3657600"/>
          </a:xfrm>
          <a:prstGeom prst="rect">
            <a:avLst/>
          </a:prstGeom>
          <a:noFill/>
          <a:ln>
            <a:noFill/>
          </a:ln>
        </p:spPr>
        <p:txBody>
          <a:bodyPr anchorCtr="0" anchor="t" bIns="45700" lIns="91425" spcFirstLastPara="1" rIns="91425" wrap="square" tIns="45700">
            <a:normAutofit/>
          </a:bodyPr>
          <a:lstStyle>
            <a:lvl1pPr indent="-325755" lvl="0" marL="457200" algn="l">
              <a:spcBef>
                <a:spcPts val="0"/>
              </a:spcBef>
              <a:spcAft>
                <a:spcPts val="0"/>
              </a:spcAft>
              <a:buSzPts val="1530"/>
              <a:buChar char="•"/>
              <a:defRPr/>
            </a:lvl1pPr>
            <a:lvl2pPr indent="-358140" lvl="1" marL="914400" algn="l">
              <a:spcBef>
                <a:spcPts val="0"/>
              </a:spcBef>
              <a:spcAft>
                <a:spcPts val="0"/>
              </a:spcAft>
              <a:buClr>
                <a:schemeClr val="accent1"/>
              </a:buClr>
              <a:buSzPts val="2040"/>
              <a:buChar char="•"/>
              <a:defRPr/>
            </a:lvl2pPr>
            <a:lvl3pPr indent="-331470" lvl="2" marL="1371600" algn="l">
              <a:spcBef>
                <a:spcPts val="0"/>
              </a:spcBef>
              <a:spcAft>
                <a:spcPts val="0"/>
              </a:spcAft>
              <a:buSzPts val="1620"/>
              <a:buChar char="•"/>
              <a:defRPr/>
            </a:lvl3pPr>
            <a:lvl4pPr indent="-342900" lvl="3" marL="1828800" algn="l">
              <a:spcBef>
                <a:spcPts val="0"/>
              </a:spcBef>
              <a:spcAft>
                <a:spcPts val="0"/>
              </a:spcAft>
              <a:buClr>
                <a:schemeClr val="accent1"/>
              </a:buClr>
              <a:buSzPts val="1800"/>
              <a:buChar char="•"/>
              <a:defRPr/>
            </a:lvl4pPr>
            <a:lvl5pPr indent="-342900" lvl="4" marL="2286000" algn="l">
              <a:spcBef>
                <a:spcPts val="0"/>
              </a:spcBef>
              <a:spcAft>
                <a:spcPts val="0"/>
              </a:spcAft>
              <a:buSzPts val="1800"/>
              <a:buChar char="•"/>
              <a:defRPr/>
            </a:lvl5pPr>
            <a:lvl6pPr indent="-342900" lvl="5" marL="2743200" algn="l">
              <a:spcBef>
                <a:spcPts val="0"/>
              </a:spcBef>
              <a:spcAft>
                <a:spcPts val="0"/>
              </a:spcAft>
              <a:buSzPts val="1800"/>
              <a:buChar char="•"/>
              <a:defRPr/>
            </a:lvl6pPr>
            <a:lvl7pPr indent="-342900" lvl="6" marL="3200400" algn="l">
              <a:spcBef>
                <a:spcPts val="0"/>
              </a:spcBef>
              <a:spcAft>
                <a:spcPts val="0"/>
              </a:spcAft>
              <a:buSzPts val="1800"/>
              <a:buChar char="•"/>
              <a:defRPr/>
            </a:lvl7pPr>
            <a:lvl8pPr indent="-342900" lvl="7" marL="3657600" algn="l">
              <a:spcBef>
                <a:spcPts val="0"/>
              </a:spcBef>
              <a:spcAft>
                <a:spcPts val="0"/>
              </a:spcAft>
              <a:buSzPts val="1800"/>
              <a:buChar char="•"/>
              <a:defRPr/>
            </a:lvl8pPr>
            <a:lvl9pPr indent="-342900" lvl="8" marL="4114800" algn="l">
              <a:spcBef>
                <a:spcPts val="0"/>
              </a:spcBef>
              <a:spcAft>
                <a:spcPts val="0"/>
              </a:spcAft>
              <a:buSzPts val="1800"/>
              <a:buChar char="•"/>
              <a:defRPr/>
            </a:lvl9pPr>
          </a:lstStyle>
          <a:p/>
        </p:txBody>
      </p:sp>
      <p:sp>
        <p:nvSpPr>
          <p:cNvPr id="118" name="Google Shape;118;p18"/>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8"/>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8"/>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2"/>
        </a:solidFill>
      </p:bgPr>
    </p:bg>
    <p:spTree>
      <p:nvGrpSpPr>
        <p:cNvPr id="121" name="Shape 121"/>
        <p:cNvGrpSpPr/>
        <p:nvPr/>
      </p:nvGrpSpPr>
      <p:grpSpPr>
        <a:xfrm>
          <a:off x="0" y="0"/>
          <a:ext cx="0" cy="0"/>
          <a:chOff x="0" y="0"/>
          <a:chExt cx="0" cy="0"/>
        </a:xfrm>
      </p:grpSpPr>
      <p:sp>
        <p:nvSpPr>
          <p:cNvPr id="122" name="Google Shape;122;p19"/>
          <p:cNvSpPr txBox="1"/>
          <p:nvPr>
            <p:ph type="title"/>
          </p:nvPr>
        </p:nvSpPr>
        <p:spPr>
          <a:xfrm>
            <a:off x="722313" y="1771650"/>
            <a:ext cx="7772400" cy="16503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800"/>
              <a:buFont typeface="Arial"/>
              <a:buNone/>
              <a:defRPr b="0"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9"/>
          <p:cNvSpPr txBox="1"/>
          <p:nvPr>
            <p:ph idx="1" type="body"/>
          </p:nvPr>
        </p:nvSpPr>
        <p:spPr>
          <a:xfrm>
            <a:off x="722313" y="3470149"/>
            <a:ext cx="7772400" cy="11250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2040"/>
              <a:buNone/>
              <a:defRPr sz="2400">
                <a:solidFill>
                  <a:schemeClr val="lt2"/>
                </a:solidFill>
              </a:defRPr>
            </a:lvl1pPr>
            <a:lvl2pPr indent="-228600" lvl="1" marL="914400" algn="l">
              <a:spcBef>
                <a:spcPts val="0"/>
              </a:spcBef>
              <a:spcAft>
                <a:spcPts val="0"/>
              </a:spcAft>
              <a:buSzPts val="1530"/>
              <a:buNone/>
              <a:defRPr sz="1800">
                <a:solidFill>
                  <a:schemeClr val="lt1"/>
                </a:solidFill>
              </a:defRPr>
            </a:lvl2pPr>
            <a:lvl3pPr indent="-228600" lvl="2" marL="1371600" algn="l">
              <a:spcBef>
                <a:spcPts val="0"/>
              </a:spcBef>
              <a:spcAft>
                <a:spcPts val="0"/>
              </a:spcAft>
              <a:buSzPts val="1440"/>
              <a:buNone/>
              <a:defRPr sz="1600">
                <a:solidFill>
                  <a:schemeClr val="lt1"/>
                </a:solidFill>
              </a:defRPr>
            </a:lvl3pPr>
            <a:lvl4pPr indent="-228600" lvl="3" marL="1828800" algn="l">
              <a:spcBef>
                <a:spcPts val="0"/>
              </a:spcBef>
              <a:spcAft>
                <a:spcPts val="0"/>
              </a:spcAft>
              <a:buSzPts val="1400"/>
              <a:buNone/>
              <a:defRPr sz="1400">
                <a:solidFill>
                  <a:schemeClr val="lt1"/>
                </a:solidFill>
              </a:defRPr>
            </a:lvl4pPr>
            <a:lvl5pPr indent="-228600" lvl="4" marL="2286000" algn="l">
              <a:spcBef>
                <a:spcPts val="0"/>
              </a:spcBef>
              <a:spcAft>
                <a:spcPts val="0"/>
              </a:spcAft>
              <a:buSzPts val="1400"/>
              <a:buNone/>
              <a:defRPr sz="1400">
                <a:solidFill>
                  <a:schemeClr val="lt1"/>
                </a:solidFill>
              </a:defRPr>
            </a:lvl5pPr>
            <a:lvl6pPr indent="-228600" lvl="5" marL="2743200" algn="l">
              <a:spcBef>
                <a:spcPts val="0"/>
              </a:spcBef>
              <a:spcAft>
                <a:spcPts val="0"/>
              </a:spcAft>
              <a:buSzPts val="1400"/>
              <a:buNone/>
              <a:defRPr sz="1400">
                <a:solidFill>
                  <a:schemeClr val="lt1"/>
                </a:solidFill>
              </a:defRPr>
            </a:lvl6pPr>
            <a:lvl7pPr indent="-228600" lvl="6" marL="3200400" algn="l">
              <a:spcBef>
                <a:spcPts val="0"/>
              </a:spcBef>
              <a:spcAft>
                <a:spcPts val="0"/>
              </a:spcAft>
              <a:buSzPts val="1400"/>
              <a:buNone/>
              <a:defRPr sz="1400">
                <a:solidFill>
                  <a:schemeClr val="lt1"/>
                </a:solidFill>
              </a:defRPr>
            </a:lvl7pPr>
            <a:lvl8pPr indent="-228600" lvl="7" marL="3657600" algn="l">
              <a:spcBef>
                <a:spcPts val="0"/>
              </a:spcBef>
              <a:spcAft>
                <a:spcPts val="0"/>
              </a:spcAft>
              <a:buSzPts val="1400"/>
              <a:buNone/>
              <a:defRPr sz="1400">
                <a:solidFill>
                  <a:schemeClr val="lt1"/>
                </a:solidFill>
              </a:defRPr>
            </a:lvl8pPr>
            <a:lvl9pPr indent="-228600" lvl="8" marL="4114800" algn="l">
              <a:spcBef>
                <a:spcPts val="0"/>
              </a:spcBef>
              <a:spcAft>
                <a:spcPts val="0"/>
              </a:spcAft>
              <a:buSzPts val="1400"/>
              <a:buNone/>
              <a:defRPr sz="1400">
                <a:solidFill>
                  <a:schemeClr val="lt1"/>
                </a:solidFill>
              </a:defRPr>
            </a:lvl9pPr>
          </a:lstStyle>
          <a:p/>
        </p:txBody>
      </p:sp>
      <p:sp>
        <p:nvSpPr>
          <p:cNvPr id="124" name="Google Shape;124;p19"/>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19"/>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9"/>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solidFill>
                <a:srgbClr val="88A44E"/>
              </a:solidFill>
            </a:endParaRPr>
          </a:p>
        </p:txBody>
      </p:sp>
      <p:cxnSp>
        <p:nvCxnSpPr>
          <p:cNvPr id="127" name="Google Shape;127;p19"/>
          <p:cNvCxnSpPr/>
          <p:nvPr/>
        </p:nvCxnSpPr>
        <p:spPr>
          <a:xfrm>
            <a:off x="731520" y="3449574"/>
            <a:ext cx="7848600" cy="1200"/>
          </a:xfrm>
          <a:prstGeom prst="straightConnector1">
            <a:avLst/>
          </a:prstGeom>
          <a:noFill/>
          <a:ln cap="flat" cmpd="sng" w="19050">
            <a:solidFill>
              <a:schemeClr val="lt2"/>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8" name="Shape 128"/>
        <p:cNvGrpSpPr/>
        <p:nvPr/>
      </p:nvGrpSpPr>
      <p:grpSpPr>
        <a:xfrm>
          <a:off x="0" y="0"/>
          <a:ext cx="0" cy="0"/>
          <a:chOff x="0" y="0"/>
          <a:chExt cx="0" cy="0"/>
        </a:xfrm>
      </p:grpSpPr>
      <p:sp>
        <p:nvSpPr>
          <p:cNvPr id="129" name="Google Shape;129;p20"/>
          <p:cNvSpPr txBox="1"/>
          <p:nvPr>
            <p:ph type="title"/>
          </p:nvPr>
        </p:nvSpPr>
        <p:spPr>
          <a:xfrm>
            <a:off x="457200" y="400050"/>
            <a:ext cx="8229600" cy="743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0"/>
          <p:cNvSpPr txBox="1"/>
          <p:nvPr>
            <p:ph idx="1" type="body"/>
          </p:nvPr>
        </p:nvSpPr>
        <p:spPr>
          <a:xfrm>
            <a:off x="457200" y="1255014"/>
            <a:ext cx="4038600" cy="3538800"/>
          </a:xfrm>
          <a:prstGeom prst="rect">
            <a:avLst/>
          </a:prstGeom>
          <a:noFill/>
          <a:ln>
            <a:noFill/>
          </a:ln>
        </p:spPr>
        <p:txBody>
          <a:bodyPr anchorCtr="0" anchor="t" bIns="45700" lIns="91425" spcFirstLastPara="1" rIns="91425" wrap="square" tIns="45700">
            <a:normAutofit/>
          </a:bodyPr>
          <a:lstStyle>
            <a:lvl1pPr indent="-379730" lvl="0" marL="457200" algn="l">
              <a:spcBef>
                <a:spcPts val="0"/>
              </a:spcBef>
              <a:spcAft>
                <a:spcPts val="0"/>
              </a:spcAft>
              <a:buSzPts val="2380"/>
              <a:buChar char="•"/>
              <a:defRPr sz="2800"/>
            </a:lvl1pPr>
            <a:lvl2pPr indent="-358140" lvl="1" marL="914400" algn="l">
              <a:spcBef>
                <a:spcPts val="0"/>
              </a:spcBef>
              <a:spcAft>
                <a:spcPts val="0"/>
              </a:spcAft>
              <a:buSzPts val="2040"/>
              <a:buChar char="•"/>
              <a:defRPr sz="2400"/>
            </a:lvl2pPr>
            <a:lvl3pPr indent="-342900" lvl="2" marL="1371600" algn="l">
              <a:spcBef>
                <a:spcPts val="0"/>
              </a:spcBef>
              <a:spcAft>
                <a:spcPts val="0"/>
              </a:spcAft>
              <a:buSzPts val="1800"/>
              <a:buChar char="•"/>
              <a:defRPr sz="2000"/>
            </a:lvl3pPr>
            <a:lvl4pPr indent="-342900" lvl="3" marL="1828800" algn="l">
              <a:spcBef>
                <a:spcPts val="0"/>
              </a:spcBef>
              <a:spcAft>
                <a:spcPts val="0"/>
              </a:spcAft>
              <a:buSzPts val="1800"/>
              <a:buChar char="•"/>
              <a:defRPr sz="1800"/>
            </a:lvl4pPr>
            <a:lvl5pPr indent="-342900" lvl="4" marL="2286000" algn="l">
              <a:spcBef>
                <a:spcPts val="0"/>
              </a:spcBef>
              <a:spcAft>
                <a:spcPts val="0"/>
              </a:spcAft>
              <a:buSzPts val="1800"/>
              <a:buChar char="•"/>
              <a:defRPr sz="1800"/>
            </a:lvl5pPr>
            <a:lvl6pPr indent="-342900" lvl="5" marL="2743200" algn="l">
              <a:spcBef>
                <a:spcPts val="0"/>
              </a:spcBef>
              <a:spcAft>
                <a:spcPts val="0"/>
              </a:spcAft>
              <a:buSzPts val="1800"/>
              <a:buChar char="•"/>
              <a:defRPr sz="1800"/>
            </a:lvl6pPr>
            <a:lvl7pPr indent="-342900" lvl="6" marL="3200400" algn="l">
              <a:spcBef>
                <a:spcPts val="0"/>
              </a:spcBef>
              <a:spcAft>
                <a:spcPts val="0"/>
              </a:spcAft>
              <a:buSzPts val="1800"/>
              <a:buChar char="•"/>
              <a:defRPr sz="1800"/>
            </a:lvl7pPr>
            <a:lvl8pPr indent="-342900" lvl="7" marL="3657600" algn="l">
              <a:spcBef>
                <a:spcPts val="0"/>
              </a:spcBef>
              <a:spcAft>
                <a:spcPts val="0"/>
              </a:spcAft>
              <a:buSzPts val="1800"/>
              <a:buChar char="•"/>
              <a:defRPr sz="1800"/>
            </a:lvl8pPr>
            <a:lvl9pPr indent="-342900" lvl="8" marL="4114800" algn="l">
              <a:spcBef>
                <a:spcPts val="0"/>
              </a:spcBef>
              <a:spcAft>
                <a:spcPts val="0"/>
              </a:spcAft>
              <a:buSzPts val="1800"/>
              <a:buChar char="•"/>
              <a:defRPr sz="1800"/>
            </a:lvl9pPr>
          </a:lstStyle>
          <a:p/>
        </p:txBody>
      </p:sp>
      <p:sp>
        <p:nvSpPr>
          <p:cNvPr id="131" name="Google Shape;131;p20"/>
          <p:cNvSpPr txBox="1"/>
          <p:nvPr>
            <p:ph idx="2" type="body"/>
          </p:nvPr>
        </p:nvSpPr>
        <p:spPr>
          <a:xfrm>
            <a:off x="4648200" y="1255014"/>
            <a:ext cx="4038600" cy="3538800"/>
          </a:xfrm>
          <a:prstGeom prst="rect">
            <a:avLst/>
          </a:prstGeom>
          <a:noFill/>
          <a:ln>
            <a:noFill/>
          </a:ln>
        </p:spPr>
        <p:txBody>
          <a:bodyPr anchorCtr="0" anchor="t" bIns="45700" lIns="91425" spcFirstLastPara="1" rIns="91425" wrap="square" tIns="45700">
            <a:normAutofit/>
          </a:bodyPr>
          <a:lstStyle>
            <a:lvl1pPr indent="-379730" lvl="0" marL="457200" algn="l">
              <a:spcBef>
                <a:spcPts val="0"/>
              </a:spcBef>
              <a:spcAft>
                <a:spcPts val="0"/>
              </a:spcAft>
              <a:buSzPts val="2380"/>
              <a:buChar char="•"/>
              <a:defRPr sz="2800"/>
            </a:lvl1pPr>
            <a:lvl2pPr indent="-358140" lvl="1" marL="914400" algn="l">
              <a:spcBef>
                <a:spcPts val="0"/>
              </a:spcBef>
              <a:spcAft>
                <a:spcPts val="0"/>
              </a:spcAft>
              <a:buSzPts val="2040"/>
              <a:buChar char="•"/>
              <a:defRPr sz="2400"/>
            </a:lvl2pPr>
            <a:lvl3pPr indent="-342900" lvl="2" marL="1371600" algn="l">
              <a:spcBef>
                <a:spcPts val="0"/>
              </a:spcBef>
              <a:spcAft>
                <a:spcPts val="0"/>
              </a:spcAft>
              <a:buSzPts val="1800"/>
              <a:buChar char="•"/>
              <a:defRPr sz="2000"/>
            </a:lvl3pPr>
            <a:lvl4pPr indent="-342900" lvl="3" marL="1828800" algn="l">
              <a:spcBef>
                <a:spcPts val="0"/>
              </a:spcBef>
              <a:spcAft>
                <a:spcPts val="0"/>
              </a:spcAft>
              <a:buSzPts val="1800"/>
              <a:buChar char="•"/>
              <a:defRPr sz="1800"/>
            </a:lvl4pPr>
            <a:lvl5pPr indent="-342900" lvl="4" marL="2286000" algn="l">
              <a:spcBef>
                <a:spcPts val="0"/>
              </a:spcBef>
              <a:spcAft>
                <a:spcPts val="0"/>
              </a:spcAft>
              <a:buSzPts val="1800"/>
              <a:buChar char="•"/>
              <a:defRPr sz="1800"/>
            </a:lvl5pPr>
            <a:lvl6pPr indent="-342900" lvl="5" marL="2743200" algn="l">
              <a:spcBef>
                <a:spcPts val="0"/>
              </a:spcBef>
              <a:spcAft>
                <a:spcPts val="0"/>
              </a:spcAft>
              <a:buSzPts val="1800"/>
              <a:buChar char="•"/>
              <a:defRPr sz="1800"/>
            </a:lvl6pPr>
            <a:lvl7pPr indent="-342900" lvl="6" marL="3200400" algn="l">
              <a:spcBef>
                <a:spcPts val="0"/>
              </a:spcBef>
              <a:spcAft>
                <a:spcPts val="0"/>
              </a:spcAft>
              <a:buSzPts val="1800"/>
              <a:buChar char="•"/>
              <a:defRPr sz="1800"/>
            </a:lvl7pPr>
            <a:lvl8pPr indent="-342900" lvl="7" marL="3657600" algn="l">
              <a:spcBef>
                <a:spcPts val="0"/>
              </a:spcBef>
              <a:spcAft>
                <a:spcPts val="0"/>
              </a:spcAft>
              <a:buSzPts val="1800"/>
              <a:buChar char="•"/>
              <a:defRPr sz="1800"/>
            </a:lvl8pPr>
            <a:lvl9pPr indent="-342900" lvl="8" marL="4114800" algn="l">
              <a:spcBef>
                <a:spcPts val="0"/>
              </a:spcBef>
              <a:spcAft>
                <a:spcPts val="0"/>
              </a:spcAft>
              <a:buSzPts val="1800"/>
              <a:buChar char="•"/>
              <a:defRPr sz="1800"/>
            </a:lvl9pPr>
          </a:lstStyle>
          <a:p/>
        </p:txBody>
      </p:sp>
      <p:sp>
        <p:nvSpPr>
          <p:cNvPr id="132" name="Google Shape;132;p20"/>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0"/>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0"/>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5" name="Shape 135"/>
        <p:cNvGrpSpPr/>
        <p:nvPr/>
      </p:nvGrpSpPr>
      <p:grpSpPr>
        <a:xfrm>
          <a:off x="0" y="0"/>
          <a:ext cx="0" cy="0"/>
          <a:chOff x="0" y="0"/>
          <a:chExt cx="0" cy="0"/>
        </a:xfrm>
      </p:grpSpPr>
      <p:sp>
        <p:nvSpPr>
          <p:cNvPr id="136" name="Google Shape;136;p21"/>
          <p:cNvSpPr txBox="1"/>
          <p:nvPr>
            <p:ph type="title"/>
          </p:nvPr>
        </p:nvSpPr>
        <p:spPr>
          <a:xfrm>
            <a:off x="457200" y="400050"/>
            <a:ext cx="8229600" cy="743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21"/>
          <p:cNvSpPr txBox="1"/>
          <p:nvPr>
            <p:ph idx="1" type="body"/>
          </p:nvPr>
        </p:nvSpPr>
        <p:spPr>
          <a:xfrm>
            <a:off x="457200" y="1257300"/>
            <a:ext cx="3931800" cy="479700"/>
          </a:xfrm>
          <a:prstGeom prst="rect">
            <a:avLst/>
          </a:prstGeom>
          <a:noFill/>
          <a:ln>
            <a:noFill/>
          </a:ln>
        </p:spPr>
        <p:txBody>
          <a:bodyPr anchorCtr="0" anchor="ctr" bIns="45700" lIns="91425" spcFirstLastPara="1" rIns="91425" wrap="square" tIns="45700">
            <a:normAutofit/>
          </a:bodyPr>
          <a:lstStyle>
            <a:lvl1pPr indent="-228600" lvl="0" marL="457200" algn="ctr">
              <a:spcBef>
                <a:spcPts val="0"/>
              </a:spcBef>
              <a:spcAft>
                <a:spcPts val="0"/>
              </a:spcAft>
              <a:buSzPts val="1700"/>
              <a:buNone/>
              <a:defRPr b="0" sz="2000">
                <a:solidFill>
                  <a:schemeClr val="dk2"/>
                </a:solidFill>
              </a:defRPr>
            </a:lvl1pPr>
            <a:lvl2pPr indent="-228600" lvl="1" marL="914400" algn="l">
              <a:spcBef>
                <a:spcPts val="0"/>
              </a:spcBef>
              <a:spcAft>
                <a:spcPts val="0"/>
              </a:spcAft>
              <a:buSzPts val="1700"/>
              <a:buNone/>
              <a:defRPr b="1" sz="2000"/>
            </a:lvl2pPr>
            <a:lvl3pPr indent="-228600" lvl="2" marL="1371600" algn="l">
              <a:spcBef>
                <a:spcPts val="0"/>
              </a:spcBef>
              <a:spcAft>
                <a:spcPts val="0"/>
              </a:spcAft>
              <a:buSzPts val="1620"/>
              <a:buNone/>
              <a:defRPr b="1" sz="1800"/>
            </a:lvl3pPr>
            <a:lvl4pPr indent="-228600" lvl="3" marL="1828800" algn="l">
              <a:spcBef>
                <a:spcPts val="0"/>
              </a:spcBef>
              <a:spcAft>
                <a:spcPts val="0"/>
              </a:spcAft>
              <a:buSzPts val="1600"/>
              <a:buNone/>
              <a:defRPr b="1" sz="1600"/>
            </a:lvl4pPr>
            <a:lvl5pPr indent="-228600" lvl="4" marL="2286000" algn="l">
              <a:spcBef>
                <a:spcPts val="0"/>
              </a:spcBef>
              <a:spcAft>
                <a:spcPts val="0"/>
              </a:spcAft>
              <a:buSzPts val="1600"/>
              <a:buNone/>
              <a:defRPr b="1" sz="1600"/>
            </a:lvl5pPr>
            <a:lvl6pPr indent="-228600" lvl="5" marL="2743200" algn="l">
              <a:spcBef>
                <a:spcPts val="0"/>
              </a:spcBef>
              <a:spcAft>
                <a:spcPts val="0"/>
              </a:spcAft>
              <a:buSzPts val="1600"/>
              <a:buNone/>
              <a:defRPr b="1" sz="1600"/>
            </a:lvl6pPr>
            <a:lvl7pPr indent="-228600" lvl="6" marL="3200400" algn="l">
              <a:spcBef>
                <a:spcPts val="0"/>
              </a:spcBef>
              <a:spcAft>
                <a:spcPts val="0"/>
              </a:spcAft>
              <a:buSzPts val="1600"/>
              <a:buNone/>
              <a:defRPr b="1" sz="1600"/>
            </a:lvl7pPr>
            <a:lvl8pPr indent="-228600" lvl="7" marL="3657600" algn="l">
              <a:spcBef>
                <a:spcPts val="0"/>
              </a:spcBef>
              <a:spcAft>
                <a:spcPts val="0"/>
              </a:spcAft>
              <a:buSzPts val="1600"/>
              <a:buNone/>
              <a:defRPr b="1" sz="1600"/>
            </a:lvl8pPr>
            <a:lvl9pPr indent="-228600" lvl="8" marL="4114800" algn="l">
              <a:spcBef>
                <a:spcPts val="0"/>
              </a:spcBef>
              <a:spcAft>
                <a:spcPts val="0"/>
              </a:spcAft>
              <a:buSzPts val="1600"/>
              <a:buNone/>
              <a:defRPr b="1" sz="1600"/>
            </a:lvl9pPr>
          </a:lstStyle>
          <a:p/>
        </p:txBody>
      </p:sp>
      <p:sp>
        <p:nvSpPr>
          <p:cNvPr id="138" name="Google Shape;138;p21"/>
          <p:cNvSpPr txBox="1"/>
          <p:nvPr>
            <p:ph idx="2" type="body"/>
          </p:nvPr>
        </p:nvSpPr>
        <p:spPr>
          <a:xfrm>
            <a:off x="457200" y="1828800"/>
            <a:ext cx="3931800" cy="2963400"/>
          </a:xfrm>
          <a:prstGeom prst="rect">
            <a:avLst/>
          </a:prstGeom>
          <a:noFill/>
          <a:ln>
            <a:noFill/>
          </a:ln>
        </p:spPr>
        <p:txBody>
          <a:bodyPr anchorCtr="0" anchor="t" bIns="45700" lIns="91425" spcFirstLastPara="1" rIns="91425" wrap="square" tIns="45700">
            <a:normAutofit/>
          </a:bodyPr>
          <a:lstStyle>
            <a:lvl1pPr indent="-358140" lvl="0" marL="457200" algn="l">
              <a:spcBef>
                <a:spcPts val="0"/>
              </a:spcBef>
              <a:spcAft>
                <a:spcPts val="0"/>
              </a:spcAft>
              <a:buSzPts val="2040"/>
              <a:buChar char="•"/>
              <a:defRPr sz="2400"/>
            </a:lvl1pPr>
            <a:lvl2pPr indent="-336550" lvl="1" marL="914400" algn="l">
              <a:spcBef>
                <a:spcPts val="0"/>
              </a:spcBef>
              <a:spcAft>
                <a:spcPts val="0"/>
              </a:spcAft>
              <a:buSzPts val="1700"/>
              <a:buChar char="•"/>
              <a:defRPr sz="2000"/>
            </a:lvl2pPr>
            <a:lvl3pPr indent="-331470" lvl="2" marL="1371600" algn="l">
              <a:spcBef>
                <a:spcPts val="0"/>
              </a:spcBef>
              <a:spcAft>
                <a:spcPts val="0"/>
              </a:spcAft>
              <a:buSzPts val="1620"/>
              <a:buChar char="•"/>
              <a:defRPr sz="1800"/>
            </a:lvl3pPr>
            <a:lvl4pPr indent="-330200" lvl="3" marL="1828800" algn="l">
              <a:spcBef>
                <a:spcPts val="0"/>
              </a:spcBef>
              <a:spcAft>
                <a:spcPts val="0"/>
              </a:spcAft>
              <a:buSzPts val="1600"/>
              <a:buChar char="•"/>
              <a:defRPr sz="1600"/>
            </a:lvl4pPr>
            <a:lvl5pPr indent="-330200" lvl="4" marL="2286000" algn="l">
              <a:spcBef>
                <a:spcPts val="0"/>
              </a:spcBef>
              <a:spcAft>
                <a:spcPts val="0"/>
              </a:spcAft>
              <a:buSzPts val="1600"/>
              <a:buChar char="•"/>
              <a:defRPr sz="1600"/>
            </a:lvl5pPr>
            <a:lvl6pPr indent="-330200" lvl="5" marL="2743200" algn="l">
              <a:spcBef>
                <a:spcPts val="0"/>
              </a:spcBef>
              <a:spcAft>
                <a:spcPts val="0"/>
              </a:spcAft>
              <a:buSzPts val="1600"/>
              <a:buChar char="•"/>
              <a:defRPr sz="1600"/>
            </a:lvl6pPr>
            <a:lvl7pPr indent="-330200" lvl="6" marL="3200400" algn="l">
              <a:spcBef>
                <a:spcPts val="0"/>
              </a:spcBef>
              <a:spcAft>
                <a:spcPts val="0"/>
              </a:spcAft>
              <a:buSzPts val="1600"/>
              <a:buChar char="•"/>
              <a:defRPr sz="1600"/>
            </a:lvl7pPr>
            <a:lvl8pPr indent="-330200" lvl="7" marL="3657600" algn="l">
              <a:spcBef>
                <a:spcPts val="0"/>
              </a:spcBef>
              <a:spcAft>
                <a:spcPts val="0"/>
              </a:spcAft>
              <a:buSzPts val="1600"/>
              <a:buChar char="•"/>
              <a:defRPr sz="1600"/>
            </a:lvl8pPr>
            <a:lvl9pPr indent="-330200" lvl="8" marL="4114800" algn="l">
              <a:spcBef>
                <a:spcPts val="0"/>
              </a:spcBef>
              <a:spcAft>
                <a:spcPts val="0"/>
              </a:spcAft>
              <a:buSzPts val="1600"/>
              <a:buChar char="•"/>
              <a:defRPr sz="1600"/>
            </a:lvl9pPr>
          </a:lstStyle>
          <a:p/>
        </p:txBody>
      </p:sp>
      <p:sp>
        <p:nvSpPr>
          <p:cNvPr id="139" name="Google Shape;139;p21"/>
          <p:cNvSpPr txBox="1"/>
          <p:nvPr>
            <p:ph idx="3" type="body"/>
          </p:nvPr>
        </p:nvSpPr>
        <p:spPr>
          <a:xfrm>
            <a:off x="4754880" y="1257300"/>
            <a:ext cx="3931800" cy="479700"/>
          </a:xfrm>
          <a:prstGeom prst="rect">
            <a:avLst/>
          </a:prstGeom>
          <a:noFill/>
          <a:ln>
            <a:noFill/>
          </a:ln>
        </p:spPr>
        <p:txBody>
          <a:bodyPr anchorCtr="0" anchor="ctr" bIns="45700" lIns="91425" spcFirstLastPara="1" rIns="91425" wrap="square" tIns="45700">
            <a:normAutofit/>
          </a:bodyPr>
          <a:lstStyle>
            <a:lvl1pPr indent="-228600" lvl="0" marL="457200" algn="ctr">
              <a:spcBef>
                <a:spcPts val="0"/>
              </a:spcBef>
              <a:spcAft>
                <a:spcPts val="0"/>
              </a:spcAft>
              <a:buSzPts val="1700"/>
              <a:buNone/>
              <a:defRPr b="0" sz="2000">
                <a:solidFill>
                  <a:schemeClr val="dk2"/>
                </a:solidFill>
                <a:latin typeface="Arial"/>
                <a:ea typeface="Arial"/>
                <a:cs typeface="Arial"/>
                <a:sym typeface="Arial"/>
              </a:defRPr>
            </a:lvl1pPr>
            <a:lvl2pPr indent="-228600" lvl="1" marL="914400" algn="l">
              <a:spcBef>
                <a:spcPts val="0"/>
              </a:spcBef>
              <a:spcAft>
                <a:spcPts val="0"/>
              </a:spcAft>
              <a:buSzPts val="1700"/>
              <a:buNone/>
              <a:defRPr b="1" sz="2000"/>
            </a:lvl2pPr>
            <a:lvl3pPr indent="-228600" lvl="2" marL="1371600" algn="l">
              <a:spcBef>
                <a:spcPts val="0"/>
              </a:spcBef>
              <a:spcAft>
                <a:spcPts val="0"/>
              </a:spcAft>
              <a:buSzPts val="1620"/>
              <a:buNone/>
              <a:defRPr b="1" sz="1800"/>
            </a:lvl3pPr>
            <a:lvl4pPr indent="-228600" lvl="3" marL="1828800" algn="l">
              <a:spcBef>
                <a:spcPts val="0"/>
              </a:spcBef>
              <a:spcAft>
                <a:spcPts val="0"/>
              </a:spcAft>
              <a:buSzPts val="1600"/>
              <a:buNone/>
              <a:defRPr b="1" sz="1600"/>
            </a:lvl4pPr>
            <a:lvl5pPr indent="-228600" lvl="4" marL="2286000" algn="l">
              <a:spcBef>
                <a:spcPts val="0"/>
              </a:spcBef>
              <a:spcAft>
                <a:spcPts val="0"/>
              </a:spcAft>
              <a:buSzPts val="1600"/>
              <a:buNone/>
              <a:defRPr b="1" sz="1600"/>
            </a:lvl5pPr>
            <a:lvl6pPr indent="-228600" lvl="5" marL="2743200" algn="l">
              <a:spcBef>
                <a:spcPts val="0"/>
              </a:spcBef>
              <a:spcAft>
                <a:spcPts val="0"/>
              </a:spcAft>
              <a:buSzPts val="1600"/>
              <a:buNone/>
              <a:defRPr b="1" sz="1600"/>
            </a:lvl6pPr>
            <a:lvl7pPr indent="-228600" lvl="6" marL="3200400" algn="l">
              <a:spcBef>
                <a:spcPts val="0"/>
              </a:spcBef>
              <a:spcAft>
                <a:spcPts val="0"/>
              </a:spcAft>
              <a:buSzPts val="1600"/>
              <a:buNone/>
              <a:defRPr b="1" sz="1600"/>
            </a:lvl7pPr>
            <a:lvl8pPr indent="-228600" lvl="7" marL="3657600" algn="l">
              <a:spcBef>
                <a:spcPts val="0"/>
              </a:spcBef>
              <a:spcAft>
                <a:spcPts val="0"/>
              </a:spcAft>
              <a:buSzPts val="1600"/>
              <a:buNone/>
              <a:defRPr b="1" sz="1600"/>
            </a:lvl8pPr>
            <a:lvl9pPr indent="-228600" lvl="8" marL="4114800" algn="l">
              <a:spcBef>
                <a:spcPts val="0"/>
              </a:spcBef>
              <a:spcAft>
                <a:spcPts val="0"/>
              </a:spcAft>
              <a:buSzPts val="1600"/>
              <a:buNone/>
              <a:defRPr b="1" sz="1600"/>
            </a:lvl9pPr>
          </a:lstStyle>
          <a:p/>
        </p:txBody>
      </p:sp>
      <p:sp>
        <p:nvSpPr>
          <p:cNvPr id="140" name="Google Shape;140;p21"/>
          <p:cNvSpPr txBox="1"/>
          <p:nvPr>
            <p:ph idx="4" type="body"/>
          </p:nvPr>
        </p:nvSpPr>
        <p:spPr>
          <a:xfrm>
            <a:off x="4754880" y="1828800"/>
            <a:ext cx="3931800" cy="2963400"/>
          </a:xfrm>
          <a:prstGeom prst="rect">
            <a:avLst/>
          </a:prstGeom>
          <a:noFill/>
          <a:ln>
            <a:noFill/>
          </a:ln>
        </p:spPr>
        <p:txBody>
          <a:bodyPr anchorCtr="0" anchor="t" bIns="45700" lIns="91425" spcFirstLastPara="1" rIns="91425" wrap="square" tIns="45700">
            <a:normAutofit/>
          </a:bodyPr>
          <a:lstStyle>
            <a:lvl1pPr indent="-358140" lvl="0" marL="457200" algn="l">
              <a:spcBef>
                <a:spcPts val="0"/>
              </a:spcBef>
              <a:spcAft>
                <a:spcPts val="0"/>
              </a:spcAft>
              <a:buSzPts val="2040"/>
              <a:buChar char="•"/>
              <a:defRPr sz="2400"/>
            </a:lvl1pPr>
            <a:lvl2pPr indent="-336550" lvl="1" marL="914400" algn="l">
              <a:spcBef>
                <a:spcPts val="0"/>
              </a:spcBef>
              <a:spcAft>
                <a:spcPts val="0"/>
              </a:spcAft>
              <a:buSzPts val="1700"/>
              <a:buChar char="•"/>
              <a:defRPr sz="2000"/>
            </a:lvl2pPr>
            <a:lvl3pPr indent="-331470" lvl="2" marL="1371600" algn="l">
              <a:spcBef>
                <a:spcPts val="0"/>
              </a:spcBef>
              <a:spcAft>
                <a:spcPts val="0"/>
              </a:spcAft>
              <a:buSzPts val="1620"/>
              <a:buChar char="•"/>
              <a:defRPr sz="1800"/>
            </a:lvl3pPr>
            <a:lvl4pPr indent="-330200" lvl="3" marL="1828800" algn="l">
              <a:spcBef>
                <a:spcPts val="0"/>
              </a:spcBef>
              <a:spcAft>
                <a:spcPts val="0"/>
              </a:spcAft>
              <a:buSzPts val="1600"/>
              <a:buChar char="•"/>
              <a:defRPr sz="1600"/>
            </a:lvl4pPr>
            <a:lvl5pPr indent="-330200" lvl="4" marL="2286000" algn="l">
              <a:spcBef>
                <a:spcPts val="0"/>
              </a:spcBef>
              <a:spcAft>
                <a:spcPts val="0"/>
              </a:spcAft>
              <a:buSzPts val="1600"/>
              <a:buChar char="•"/>
              <a:defRPr sz="1600"/>
            </a:lvl5pPr>
            <a:lvl6pPr indent="-330200" lvl="5" marL="2743200" algn="l">
              <a:spcBef>
                <a:spcPts val="0"/>
              </a:spcBef>
              <a:spcAft>
                <a:spcPts val="0"/>
              </a:spcAft>
              <a:buSzPts val="1600"/>
              <a:buChar char="•"/>
              <a:defRPr sz="1600"/>
            </a:lvl6pPr>
            <a:lvl7pPr indent="-330200" lvl="6" marL="3200400" algn="l">
              <a:spcBef>
                <a:spcPts val="0"/>
              </a:spcBef>
              <a:spcAft>
                <a:spcPts val="0"/>
              </a:spcAft>
              <a:buSzPts val="1600"/>
              <a:buChar char="•"/>
              <a:defRPr sz="1600"/>
            </a:lvl7pPr>
            <a:lvl8pPr indent="-330200" lvl="7" marL="3657600" algn="l">
              <a:spcBef>
                <a:spcPts val="0"/>
              </a:spcBef>
              <a:spcAft>
                <a:spcPts val="0"/>
              </a:spcAft>
              <a:buSzPts val="1600"/>
              <a:buChar char="•"/>
              <a:defRPr sz="1600"/>
            </a:lvl8pPr>
            <a:lvl9pPr indent="-330200" lvl="8" marL="4114800" algn="l">
              <a:spcBef>
                <a:spcPts val="0"/>
              </a:spcBef>
              <a:spcAft>
                <a:spcPts val="0"/>
              </a:spcAft>
              <a:buSzPts val="1600"/>
              <a:buChar char="•"/>
              <a:defRPr sz="1600"/>
            </a:lvl9pPr>
          </a:lstStyle>
          <a:p/>
        </p:txBody>
      </p:sp>
      <p:sp>
        <p:nvSpPr>
          <p:cNvPr id="141" name="Google Shape;141;p21"/>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1"/>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1"/>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cxnSp>
        <p:nvCxnSpPr>
          <p:cNvPr id="144" name="Google Shape;144;p21"/>
          <p:cNvCxnSpPr/>
          <p:nvPr/>
        </p:nvCxnSpPr>
        <p:spPr>
          <a:xfrm rot="5400000">
            <a:off x="2806393" y="3034230"/>
            <a:ext cx="3531900" cy="900"/>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5" name="Shape 145"/>
        <p:cNvGrpSpPr/>
        <p:nvPr/>
      </p:nvGrpSpPr>
      <p:grpSpPr>
        <a:xfrm>
          <a:off x="0" y="0"/>
          <a:ext cx="0" cy="0"/>
          <a:chOff x="0" y="0"/>
          <a:chExt cx="0" cy="0"/>
        </a:xfrm>
      </p:grpSpPr>
      <p:sp>
        <p:nvSpPr>
          <p:cNvPr id="146" name="Google Shape;146;p22"/>
          <p:cNvSpPr txBox="1"/>
          <p:nvPr>
            <p:ph type="title"/>
          </p:nvPr>
        </p:nvSpPr>
        <p:spPr>
          <a:xfrm>
            <a:off x="457200" y="400050"/>
            <a:ext cx="8229600" cy="743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22"/>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2"/>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2"/>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0" name="Shape 150"/>
        <p:cNvGrpSpPr/>
        <p:nvPr/>
      </p:nvGrpSpPr>
      <p:grpSpPr>
        <a:xfrm>
          <a:off x="0" y="0"/>
          <a:ext cx="0" cy="0"/>
          <a:chOff x="0" y="0"/>
          <a:chExt cx="0" cy="0"/>
        </a:xfrm>
      </p:grpSpPr>
      <p:sp>
        <p:nvSpPr>
          <p:cNvPr id="151" name="Google Shape;151;p23"/>
          <p:cNvSpPr txBox="1"/>
          <p:nvPr>
            <p:ph type="title"/>
          </p:nvPr>
        </p:nvSpPr>
        <p:spPr>
          <a:xfrm>
            <a:off x="457200" y="594060"/>
            <a:ext cx="2139600" cy="9465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23"/>
          <p:cNvSpPr txBox="1"/>
          <p:nvPr>
            <p:ph idx="1" type="body"/>
          </p:nvPr>
        </p:nvSpPr>
        <p:spPr>
          <a:xfrm>
            <a:off x="2971800" y="594060"/>
            <a:ext cx="5715000" cy="4183500"/>
          </a:xfrm>
          <a:prstGeom prst="rect">
            <a:avLst/>
          </a:prstGeom>
          <a:noFill/>
          <a:ln>
            <a:noFill/>
          </a:ln>
        </p:spPr>
        <p:txBody>
          <a:bodyPr anchorCtr="0" anchor="t" bIns="45700" lIns="91425" spcFirstLastPara="1" rIns="91425" wrap="square" tIns="45700">
            <a:normAutofit/>
          </a:bodyPr>
          <a:lstStyle>
            <a:lvl1pPr indent="-401320" lvl="0" marL="457200" algn="l">
              <a:spcBef>
                <a:spcPts val="0"/>
              </a:spcBef>
              <a:spcAft>
                <a:spcPts val="0"/>
              </a:spcAft>
              <a:buSzPts val="2720"/>
              <a:buChar char="•"/>
              <a:defRPr sz="3200"/>
            </a:lvl1pPr>
            <a:lvl2pPr indent="-379730" lvl="1" marL="914400" algn="l">
              <a:spcBef>
                <a:spcPts val="0"/>
              </a:spcBef>
              <a:spcAft>
                <a:spcPts val="0"/>
              </a:spcAft>
              <a:buSzPts val="2380"/>
              <a:buChar char="•"/>
              <a:defRPr sz="2800"/>
            </a:lvl2pPr>
            <a:lvl3pPr indent="-365760" lvl="2" marL="1371600" algn="l">
              <a:spcBef>
                <a:spcPts val="0"/>
              </a:spcBef>
              <a:spcAft>
                <a:spcPts val="0"/>
              </a:spcAft>
              <a:buSzPts val="2160"/>
              <a:buChar char="•"/>
              <a:defRPr sz="2400"/>
            </a:lvl3pPr>
            <a:lvl4pPr indent="-355600" lvl="3" marL="1828800" algn="l">
              <a:spcBef>
                <a:spcPts val="0"/>
              </a:spcBef>
              <a:spcAft>
                <a:spcPts val="0"/>
              </a:spcAft>
              <a:buSzPts val="2000"/>
              <a:buChar char="•"/>
              <a:defRPr sz="2000"/>
            </a:lvl4pPr>
            <a:lvl5pPr indent="-355600" lvl="4" marL="2286000" algn="l">
              <a:spcBef>
                <a:spcPts val="0"/>
              </a:spcBef>
              <a:spcAft>
                <a:spcPts val="0"/>
              </a:spcAft>
              <a:buSzPts val="2000"/>
              <a:buChar char="•"/>
              <a:defRPr sz="2000"/>
            </a:lvl5pPr>
            <a:lvl6pPr indent="-355600" lvl="5" marL="2743200" algn="l">
              <a:spcBef>
                <a:spcPts val="0"/>
              </a:spcBef>
              <a:spcAft>
                <a:spcPts val="0"/>
              </a:spcAft>
              <a:buSzPts val="2000"/>
              <a:buChar char="•"/>
              <a:defRPr sz="2000"/>
            </a:lvl6pPr>
            <a:lvl7pPr indent="-355600" lvl="6" marL="3200400" algn="l">
              <a:spcBef>
                <a:spcPts val="0"/>
              </a:spcBef>
              <a:spcAft>
                <a:spcPts val="0"/>
              </a:spcAft>
              <a:buSzPts val="2000"/>
              <a:buChar char="•"/>
              <a:defRPr sz="2000"/>
            </a:lvl7pPr>
            <a:lvl8pPr indent="-355600" lvl="7" marL="3657600" algn="l">
              <a:spcBef>
                <a:spcPts val="0"/>
              </a:spcBef>
              <a:spcAft>
                <a:spcPts val="0"/>
              </a:spcAft>
              <a:buSzPts val="2000"/>
              <a:buChar char="•"/>
              <a:defRPr sz="2000"/>
            </a:lvl8pPr>
            <a:lvl9pPr indent="-355600" lvl="8" marL="4114800" algn="l">
              <a:spcBef>
                <a:spcPts val="0"/>
              </a:spcBef>
              <a:spcAft>
                <a:spcPts val="0"/>
              </a:spcAft>
              <a:buSzPts val="2000"/>
              <a:buChar char="•"/>
              <a:defRPr sz="2000"/>
            </a:lvl9pPr>
          </a:lstStyle>
          <a:p/>
        </p:txBody>
      </p:sp>
      <p:sp>
        <p:nvSpPr>
          <p:cNvPr id="153" name="Google Shape;153;p23"/>
          <p:cNvSpPr txBox="1"/>
          <p:nvPr>
            <p:ph idx="2" type="body"/>
          </p:nvPr>
        </p:nvSpPr>
        <p:spPr>
          <a:xfrm>
            <a:off x="457201" y="1597915"/>
            <a:ext cx="2139600" cy="31827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190"/>
              <a:buNone/>
              <a:defRPr sz="1400"/>
            </a:lvl1pPr>
            <a:lvl2pPr indent="-228600" lvl="1" marL="914400" algn="l">
              <a:spcBef>
                <a:spcPts val="0"/>
              </a:spcBef>
              <a:spcAft>
                <a:spcPts val="0"/>
              </a:spcAft>
              <a:buSzPts val="1020"/>
              <a:buNone/>
              <a:defRPr sz="1200"/>
            </a:lvl2pPr>
            <a:lvl3pPr indent="-228600" lvl="2" marL="1371600" algn="l">
              <a:spcBef>
                <a:spcPts val="0"/>
              </a:spcBef>
              <a:spcAft>
                <a:spcPts val="0"/>
              </a:spcAft>
              <a:buSzPts val="900"/>
              <a:buNone/>
              <a:defRPr sz="1000"/>
            </a:lvl3pPr>
            <a:lvl4pPr indent="-228600" lvl="3" marL="1828800" algn="l">
              <a:spcBef>
                <a:spcPts val="0"/>
              </a:spcBef>
              <a:spcAft>
                <a:spcPts val="0"/>
              </a:spcAft>
              <a:buSzPts val="900"/>
              <a:buNone/>
              <a:defRPr sz="900"/>
            </a:lvl4pPr>
            <a:lvl5pPr indent="-228600" lvl="4" marL="2286000" algn="l">
              <a:spcBef>
                <a:spcPts val="0"/>
              </a:spcBef>
              <a:spcAft>
                <a:spcPts val="0"/>
              </a:spcAft>
              <a:buSzPts val="900"/>
              <a:buNone/>
              <a:defRPr sz="900"/>
            </a:lvl5pPr>
            <a:lvl6pPr indent="-228600" lvl="5" marL="2743200" algn="l">
              <a:spcBef>
                <a:spcPts val="0"/>
              </a:spcBef>
              <a:spcAft>
                <a:spcPts val="0"/>
              </a:spcAft>
              <a:buSzPts val="900"/>
              <a:buNone/>
              <a:defRPr sz="900"/>
            </a:lvl6pPr>
            <a:lvl7pPr indent="-228600" lvl="6" marL="3200400" algn="l">
              <a:spcBef>
                <a:spcPts val="0"/>
              </a:spcBef>
              <a:spcAft>
                <a:spcPts val="0"/>
              </a:spcAft>
              <a:buSzPts val="900"/>
              <a:buNone/>
              <a:defRPr sz="900"/>
            </a:lvl7pPr>
            <a:lvl8pPr indent="-228600" lvl="7" marL="3657600" algn="l">
              <a:spcBef>
                <a:spcPts val="0"/>
              </a:spcBef>
              <a:spcAft>
                <a:spcPts val="0"/>
              </a:spcAft>
              <a:buSzPts val="900"/>
              <a:buNone/>
              <a:defRPr sz="900"/>
            </a:lvl8pPr>
            <a:lvl9pPr indent="-228600" lvl="8" marL="4114800" algn="l">
              <a:spcBef>
                <a:spcPts val="0"/>
              </a:spcBef>
              <a:spcAft>
                <a:spcPts val="0"/>
              </a:spcAft>
              <a:buSzPts val="900"/>
              <a:buNone/>
              <a:defRPr sz="900"/>
            </a:lvl9pPr>
          </a:lstStyle>
          <a:p/>
        </p:txBody>
      </p:sp>
      <p:sp>
        <p:nvSpPr>
          <p:cNvPr id="154" name="Google Shape;154;p23"/>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3"/>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3"/>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solidFill>
                <a:srgbClr val="88A44E"/>
              </a:solidFill>
            </a:endParaRPr>
          </a:p>
        </p:txBody>
      </p:sp>
      <p:cxnSp>
        <p:nvCxnSpPr>
          <p:cNvPr id="157" name="Google Shape;157;p23"/>
          <p:cNvCxnSpPr/>
          <p:nvPr/>
        </p:nvCxnSpPr>
        <p:spPr>
          <a:xfrm rot="5400000">
            <a:off x="684097" y="2685060"/>
            <a:ext cx="4183500" cy="1500"/>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8" name="Shape 158"/>
        <p:cNvGrpSpPr/>
        <p:nvPr/>
      </p:nvGrpSpPr>
      <p:grpSpPr>
        <a:xfrm>
          <a:off x="0" y="0"/>
          <a:ext cx="0" cy="0"/>
          <a:chOff x="0" y="0"/>
          <a:chExt cx="0" cy="0"/>
        </a:xfrm>
      </p:grpSpPr>
      <p:sp>
        <p:nvSpPr>
          <p:cNvPr id="159" name="Google Shape;159;p24"/>
          <p:cNvSpPr txBox="1"/>
          <p:nvPr>
            <p:ph type="title"/>
          </p:nvPr>
        </p:nvSpPr>
        <p:spPr>
          <a:xfrm>
            <a:off x="457200" y="594360"/>
            <a:ext cx="2142600" cy="948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24"/>
          <p:cNvSpPr/>
          <p:nvPr>
            <p:ph idx="2" type="pic"/>
          </p:nvPr>
        </p:nvSpPr>
        <p:spPr>
          <a:xfrm>
            <a:off x="2858610" y="628650"/>
            <a:ext cx="5904300" cy="4125300"/>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819"/>
              </a:srgbClr>
            </a:outerShdw>
          </a:effectLst>
        </p:spPr>
      </p:sp>
      <p:sp>
        <p:nvSpPr>
          <p:cNvPr id="161" name="Google Shape;161;p24"/>
          <p:cNvSpPr txBox="1"/>
          <p:nvPr>
            <p:ph idx="1" type="body"/>
          </p:nvPr>
        </p:nvSpPr>
        <p:spPr>
          <a:xfrm>
            <a:off x="457200" y="1600200"/>
            <a:ext cx="2139600" cy="31821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190"/>
              <a:buNone/>
              <a:defRPr sz="1400"/>
            </a:lvl1pPr>
            <a:lvl2pPr indent="-228600" lvl="1" marL="914400" algn="l">
              <a:spcBef>
                <a:spcPts val="0"/>
              </a:spcBef>
              <a:spcAft>
                <a:spcPts val="0"/>
              </a:spcAft>
              <a:buSzPts val="1020"/>
              <a:buNone/>
              <a:defRPr sz="1200"/>
            </a:lvl2pPr>
            <a:lvl3pPr indent="-228600" lvl="2" marL="1371600" algn="l">
              <a:spcBef>
                <a:spcPts val="0"/>
              </a:spcBef>
              <a:spcAft>
                <a:spcPts val="0"/>
              </a:spcAft>
              <a:buSzPts val="900"/>
              <a:buNone/>
              <a:defRPr sz="1000"/>
            </a:lvl3pPr>
            <a:lvl4pPr indent="-228600" lvl="3" marL="1828800" algn="l">
              <a:spcBef>
                <a:spcPts val="0"/>
              </a:spcBef>
              <a:spcAft>
                <a:spcPts val="0"/>
              </a:spcAft>
              <a:buSzPts val="900"/>
              <a:buNone/>
              <a:defRPr sz="900"/>
            </a:lvl4pPr>
            <a:lvl5pPr indent="-228600" lvl="4" marL="2286000" algn="l">
              <a:spcBef>
                <a:spcPts val="0"/>
              </a:spcBef>
              <a:spcAft>
                <a:spcPts val="0"/>
              </a:spcAft>
              <a:buSzPts val="900"/>
              <a:buNone/>
              <a:defRPr sz="900"/>
            </a:lvl5pPr>
            <a:lvl6pPr indent="-228600" lvl="5" marL="2743200" algn="l">
              <a:spcBef>
                <a:spcPts val="0"/>
              </a:spcBef>
              <a:spcAft>
                <a:spcPts val="0"/>
              </a:spcAft>
              <a:buSzPts val="900"/>
              <a:buNone/>
              <a:defRPr sz="900"/>
            </a:lvl6pPr>
            <a:lvl7pPr indent="-228600" lvl="6" marL="3200400" algn="l">
              <a:spcBef>
                <a:spcPts val="0"/>
              </a:spcBef>
              <a:spcAft>
                <a:spcPts val="0"/>
              </a:spcAft>
              <a:buSzPts val="900"/>
              <a:buNone/>
              <a:defRPr sz="900"/>
            </a:lvl7pPr>
            <a:lvl8pPr indent="-228600" lvl="7" marL="3657600" algn="l">
              <a:spcBef>
                <a:spcPts val="0"/>
              </a:spcBef>
              <a:spcAft>
                <a:spcPts val="0"/>
              </a:spcAft>
              <a:buSzPts val="900"/>
              <a:buNone/>
              <a:defRPr sz="900"/>
            </a:lvl8pPr>
            <a:lvl9pPr indent="-228600" lvl="8" marL="4114800" algn="l">
              <a:spcBef>
                <a:spcPts val="0"/>
              </a:spcBef>
              <a:spcAft>
                <a:spcPts val="0"/>
              </a:spcAft>
              <a:buSzPts val="900"/>
              <a:buNone/>
              <a:defRPr sz="900"/>
            </a:lvl9pPr>
          </a:lstStyle>
          <a:p/>
        </p:txBody>
      </p:sp>
      <p:sp>
        <p:nvSpPr>
          <p:cNvPr id="162" name="Google Shape;162;p24"/>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24"/>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24"/>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5" name="Shape 165"/>
        <p:cNvGrpSpPr/>
        <p:nvPr/>
      </p:nvGrpSpPr>
      <p:grpSpPr>
        <a:xfrm>
          <a:off x="0" y="0"/>
          <a:ext cx="0" cy="0"/>
          <a:chOff x="0" y="0"/>
          <a:chExt cx="0" cy="0"/>
        </a:xfrm>
      </p:grpSpPr>
      <p:sp>
        <p:nvSpPr>
          <p:cNvPr id="166" name="Google Shape;166;p25"/>
          <p:cNvSpPr txBox="1"/>
          <p:nvPr>
            <p:ph type="title"/>
          </p:nvPr>
        </p:nvSpPr>
        <p:spPr>
          <a:xfrm>
            <a:off x="457200" y="400050"/>
            <a:ext cx="8229600" cy="743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5"/>
          <p:cNvSpPr txBox="1"/>
          <p:nvPr>
            <p:ph idx="1" type="body"/>
          </p:nvPr>
        </p:nvSpPr>
        <p:spPr>
          <a:xfrm rot="5400000">
            <a:off x="2743200" y="-1085850"/>
            <a:ext cx="3657600" cy="8229600"/>
          </a:xfrm>
          <a:prstGeom prst="rect">
            <a:avLst/>
          </a:prstGeom>
          <a:noFill/>
          <a:ln>
            <a:noFill/>
          </a:ln>
        </p:spPr>
        <p:txBody>
          <a:bodyPr anchorCtr="0" anchor="t" bIns="45700" lIns="91425" spcFirstLastPara="1" rIns="91425" wrap="square" tIns="45700">
            <a:normAutofit/>
          </a:bodyPr>
          <a:lstStyle>
            <a:lvl1pPr indent="-325755" lvl="0" marL="457200" algn="l">
              <a:spcBef>
                <a:spcPts val="0"/>
              </a:spcBef>
              <a:spcAft>
                <a:spcPts val="0"/>
              </a:spcAft>
              <a:buSzPts val="1530"/>
              <a:buChar char="•"/>
              <a:defRPr/>
            </a:lvl1pPr>
            <a:lvl2pPr indent="-325755" lvl="1" marL="914400" algn="l">
              <a:spcBef>
                <a:spcPts val="0"/>
              </a:spcBef>
              <a:spcAft>
                <a:spcPts val="0"/>
              </a:spcAft>
              <a:buSzPts val="1530"/>
              <a:buChar char="•"/>
              <a:defRPr/>
            </a:lvl2pPr>
            <a:lvl3pPr indent="-331470" lvl="2" marL="1371600" algn="l">
              <a:spcBef>
                <a:spcPts val="0"/>
              </a:spcBef>
              <a:spcAft>
                <a:spcPts val="0"/>
              </a:spcAft>
              <a:buSzPts val="1620"/>
              <a:buChar char="•"/>
              <a:defRPr/>
            </a:lvl3pPr>
            <a:lvl4pPr indent="-342900" lvl="3" marL="1828800" algn="l">
              <a:spcBef>
                <a:spcPts val="0"/>
              </a:spcBef>
              <a:spcAft>
                <a:spcPts val="0"/>
              </a:spcAft>
              <a:buSzPts val="1800"/>
              <a:buChar char="•"/>
              <a:defRPr/>
            </a:lvl4pPr>
            <a:lvl5pPr indent="-342900" lvl="4" marL="2286000" algn="l">
              <a:spcBef>
                <a:spcPts val="0"/>
              </a:spcBef>
              <a:spcAft>
                <a:spcPts val="0"/>
              </a:spcAft>
              <a:buSzPts val="1800"/>
              <a:buChar char="•"/>
              <a:defRPr/>
            </a:lvl5pPr>
            <a:lvl6pPr indent="-342900" lvl="5" marL="2743200" algn="l">
              <a:spcBef>
                <a:spcPts val="0"/>
              </a:spcBef>
              <a:spcAft>
                <a:spcPts val="0"/>
              </a:spcAft>
              <a:buSzPts val="1800"/>
              <a:buChar char="•"/>
              <a:defRPr/>
            </a:lvl6pPr>
            <a:lvl7pPr indent="-342900" lvl="6" marL="3200400" algn="l">
              <a:spcBef>
                <a:spcPts val="0"/>
              </a:spcBef>
              <a:spcAft>
                <a:spcPts val="0"/>
              </a:spcAft>
              <a:buSzPts val="1800"/>
              <a:buChar char="•"/>
              <a:defRPr/>
            </a:lvl7pPr>
            <a:lvl8pPr indent="-342900" lvl="7" marL="3657600" algn="l">
              <a:spcBef>
                <a:spcPts val="0"/>
              </a:spcBef>
              <a:spcAft>
                <a:spcPts val="0"/>
              </a:spcAft>
              <a:buSzPts val="1800"/>
              <a:buChar char="•"/>
              <a:defRPr/>
            </a:lvl8pPr>
            <a:lvl9pPr indent="-342900" lvl="8" marL="4114800" algn="l">
              <a:spcBef>
                <a:spcPts val="0"/>
              </a:spcBef>
              <a:spcAft>
                <a:spcPts val="0"/>
              </a:spcAft>
              <a:buSzPts val="1800"/>
              <a:buChar char="•"/>
              <a:defRPr/>
            </a:lvl9pPr>
          </a:lstStyle>
          <a:p/>
        </p:txBody>
      </p:sp>
      <p:sp>
        <p:nvSpPr>
          <p:cNvPr id="168" name="Google Shape;168;p25"/>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25"/>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5"/>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1" name="Shape 171"/>
        <p:cNvGrpSpPr/>
        <p:nvPr/>
      </p:nvGrpSpPr>
      <p:grpSpPr>
        <a:xfrm>
          <a:off x="0" y="0"/>
          <a:ext cx="0" cy="0"/>
          <a:chOff x="0" y="0"/>
          <a:chExt cx="0" cy="0"/>
        </a:xfrm>
      </p:grpSpPr>
      <p:sp>
        <p:nvSpPr>
          <p:cNvPr id="172" name="Google Shape;172;p26"/>
          <p:cNvSpPr txBox="1"/>
          <p:nvPr>
            <p:ph type="title"/>
          </p:nvPr>
        </p:nvSpPr>
        <p:spPr>
          <a:xfrm rot="5400000">
            <a:off x="5457750" y="1628850"/>
            <a:ext cx="4400700"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26"/>
          <p:cNvSpPr txBox="1"/>
          <p:nvPr>
            <p:ph idx="1" type="body"/>
          </p:nvPr>
        </p:nvSpPr>
        <p:spPr>
          <a:xfrm rot="5400000">
            <a:off x="1266750" y="-352350"/>
            <a:ext cx="4400700" cy="6019800"/>
          </a:xfrm>
          <a:prstGeom prst="rect">
            <a:avLst/>
          </a:prstGeom>
          <a:noFill/>
          <a:ln>
            <a:noFill/>
          </a:ln>
        </p:spPr>
        <p:txBody>
          <a:bodyPr anchorCtr="0" anchor="t" bIns="45700" lIns="91425" spcFirstLastPara="1" rIns="91425" wrap="square" tIns="45700">
            <a:normAutofit/>
          </a:bodyPr>
          <a:lstStyle>
            <a:lvl1pPr indent="-325755" lvl="0" marL="457200" algn="l">
              <a:spcBef>
                <a:spcPts val="0"/>
              </a:spcBef>
              <a:spcAft>
                <a:spcPts val="0"/>
              </a:spcAft>
              <a:buSzPts val="1530"/>
              <a:buChar char="•"/>
              <a:defRPr/>
            </a:lvl1pPr>
            <a:lvl2pPr indent="-325755" lvl="1" marL="914400" algn="l">
              <a:spcBef>
                <a:spcPts val="0"/>
              </a:spcBef>
              <a:spcAft>
                <a:spcPts val="0"/>
              </a:spcAft>
              <a:buSzPts val="1530"/>
              <a:buChar char="•"/>
              <a:defRPr/>
            </a:lvl2pPr>
            <a:lvl3pPr indent="-331470" lvl="2" marL="1371600" algn="l">
              <a:spcBef>
                <a:spcPts val="0"/>
              </a:spcBef>
              <a:spcAft>
                <a:spcPts val="0"/>
              </a:spcAft>
              <a:buSzPts val="1620"/>
              <a:buChar char="•"/>
              <a:defRPr/>
            </a:lvl3pPr>
            <a:lvl4pPr indent="-342900" lvl="3" marL="1828800" algn="l">
              <a:spcBef>
                <a:spcPts val="0"/>
              </a:spcBef>
              <a:spcAft>
                <a:spcPts val="0"/>
              </a:spcAft>
              <a:buSzPts val="1800"/>
              <a:buChar char="•"/>
              <a:defRPr/>
            </a:lvl4pPr>
            <a:lvl5pPr indent="-342900" lvl="4" marL="2286000" algn="l">
              <a:spcBef>
                <a:spcPts val="0"/>
              </a:spcBef>
              <a:spcAft>
                <a:spcPts val="0"/>
              </a:spcAft>
              <a:buSzPts val="1800"/>
              <a:buChar char="•"/>
              <a:defRPr/>
            </a:lvl5pPr>
            <a:lvl6pPr indent="-342900" lvl="5" marL="2743200" algn="l">
              <a:spcBef>
                <a:spcPts val="0"/>
              </a:spcBef>
              <a:spcAft>
                <a:spcPts val="0"/>
              </a:spcAft>
              <a:buSzPts val="1800"/>
              <a:buChar char="•"/>
              <a:defRPr/>
            </a:lvl6pPr>
            <a:lvl7pPr indent="-342900" lvl="6" marL="3200400" algn="l">
              <a:spcBef>
                <a:spcPts val="0"/>
              </a:spcBef>
              <a:spcAft>
                <a:spcPts val="0"/>
              </a:spcAft>
              <a:buSzPts val="1800"/>
              <a:buChar char="•"/>
              <a:defRPr/>
            </a:lvl7pPr>
            <a:lvl8pPr indent="-342900" lvl="7" marL="3657600" algn="l">
              <a:spcBef>
                <a:spcPts val="0"/>
              </a:spcBef>
              <a:spcAft>
                <a:spcPts val="0"/>
              </a:spcAft>
              <a:buSzPts val="1800"/>
              <a:buChar char="•"/>
              <a:defRPr/>
            </a:lvl8pPr>
            <a:lvl9pPr indent="-342900" lvl="8" marL="4114800" algn="l">
              <a:spcBef>
                <a:spcPts val="0"/>
              </a:spcBef>
              <a:spcAft>
                <a:spcPts val="0"/>
              </a:spcAft>
              <a:buSzPts val="1800"/>
              <a:buChar char="•"/>
              <a:defRPr/>
            </a:lvl9pPr>
          </a:lstStyle>
          <a:p/>
        </p:txBody>
      </p:sp>
      <p:sp>
        <p:nvSpPr>
          <p:cNvPr id="174" name="Google Shape;174;p26"/>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26"/>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26"/>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65590"/>
            <a:ext cx="9144000" cy="1714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1"/>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000"/>
              <a:buFont typeface="Arial"/>
              <a:buNone/>
              <a:defRPr b="0" i="0" sz="4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457200" y="1200150"/>
            <a:ext cx="8229600" cy="3657600"/>
          </a:xfrm>
          <a:prstGeom prst="rect">
            <a:avLst/>
          </a:prstGeom>
          <a:noFill/>
          <a:ln>
            <a:noFill/>
          </a:ln>
        </p:spPr>
        <p:txBody>
          <a:bodyPr anchorCtr="0" anchor="t" bIns="45700" lIns="91425" spcFirstLastPara="1" rIns="91425" wrap="square" tIns="45700">
            <a:normAutofit/>
          </a:bodyPr>
          <a:lstStyle>
            <a:lvl1pPr indent="-379730" lvl="0" marL="457200" marR="0" rtl="0" algn="l">
              <a:spcBef>
                <a:spcPts val="560"/>
              </a:spcBef>
              <a:spcAft>
                <a:spcPts val="0"/>
              </a:spcAft>
              <a:buClr>
                <a:schemeClr val="accent6"/>
              </a:buClr>
              <a:buSzPts val="2380"/>
              <a:buFont typeface="Arial"/>
              <a:buChar char="•"/>
              <a:defRPr b="0" i="0" sz="2800" u="none" cap="none" strike="noStrike">
                <a:solidFill>
                  <a:schemeClr val="dk1"/>
                </a:solidFill>
                <a:latin typeface="Arial"/>
                <a:ea typeface="Arial"/>
                <a:cs typeface="Arial"/>
                <a:sym typeface="Arial"/>
              </a:defRPr>
            </a:lvl1pPr>
            <a:lvl2pPr indent="-358140" lvl="1" marL="914400" marR="0" rtl="0" algn="l">
              <a:spcBef>
                <a:spcPts val="480"/>
              </a:spcBef>
              <a:spcAft>
                <a:spcPts val="0"/>
              </a:spcAft>
              <a:buClr>
                <a:schemeClr val="accent6"/>
              </a:buClr>
              <a:buSzPts val="2040"/>
              <a:buFont typeface="Arial"/>
              <a:buChar char="•"/>
              <a:defRPr b="0" i="0" sz="24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accent6"/>
              </a:buClr>
              <a:buSzPts val="18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accent6"/>
              </a:buClr>
              <a:buSzPts val="1800"/>
              <a:buFont typeface="Arial"/>
              <a:buChar char="•"/>
              <a:defRPr b="0" i="0" sz="18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accent6"/>
              </a:buClr>
              <a:buSzPts val="1600"/>
              <a:buFont typeface="Arial"/>
              <a:buChar char="•"/>
              <a:defRPr b="0" i="0" sz="16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13" name="Google Shape;13;p1"/>
          <p:cNvSpPr/>
          <p:nvPr/>
        </p:nvSpPr>
        <p:spPr>
          <a:xfrm>
            <a:off x="0" y="0"/>
            <a:ext cx="9144000" cy="27432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 name="Google Shape;14;p1"/>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1"/>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1"/>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i="0" sz="1400" u="none" cap="none" strike="noStrike">
                <a:solidFill>
                  <a:srgbClr val="FFFFFF"/>
                </a:solidFill>
                <a:latin typeface="Arial"/>
                <a:ea typeface="Arial"/>
                <a:cs typeface="Arial"/>
                <a:sym typeface="Arial"/>
              </a:defRPr>
            </a:lvl1pPr>
            <a:lvl2pPr indent="0" lvl="1" marL="0" marR="0" rtl="0" algn="l">
              <a:spcBef>
                <a:spcPts val="0"/>
              </a:spcBef>
              <a:buNone/>
              <a:defRPr b="1" i="0" sz="1400" u="none" cap="none" strike="noStrike">
                <a:solidFill>
                  <a:srgbClr val="FFFFFF"/>
                </a:solidFill>
                <a:latin typeface="Arial"/>
                <a:ea typeface="Arial"/>
                <a:cs typeface="Arial"/>
                <a:sym typeface="Arial"/>
              </a:defRPr>
            </a:lvl2pPr>
            <a:lvl3pPr indent="0" lvl="2" marL="0" marR="0" rtl="0" algn="l">
              <a:spcBef>
                <a:spcPts val="0"/>
              </a:spcBef>
              <a:buNone/>
              <a:defRPr b="1" i="0" sz="1400" u="none" cap="none" strike="noStrike">
                <a:solidFill>
                  <a:srgbClr val="FFFFFF"/>
                </a:solidFill>
                <a:latin typeface="Arial"/>
                <a:ea typeface="Arial"/>
                <a:cs typeface="Arial"/>
                <a:sym typeface="Arial"/>
              </a:defRPr>
            </a:lvl3pPr>
            <a:lvl4pPr indent="0" lvl="3" marL="0" marR="0" rtl="0" algn="l">
              <a:spcBef>
                <a:spcPts val="0"/>
              </a:spcBef>
              <a:buNone/>
              <a:defRPr b="1" i="0" sz="1400" u="none" cap="none" strike="noStrike">
                <a:solidFill>
                  <a:srgbClr val="FFFFFF"/>
                </a:solidFill>
                <a:latin typeface="Arial"/>
                <a:ea typeface="Arial"/>
                <a:cs typeface="Arial"/>
                <a:sym typeface="Arial"/>
              </a:defRPr>
            </a:lvl4pPr>
            <a:lvl5pPr indent="0" lvl="4" marL="0" marR="0" rtl="0" algn="l">
              <a:spcBef>
                <a:spcPts val="0"/>
              </a:spcBef>
              <a:buNone/>
              <a:defRPr b="1" i="0" sz="1400" u="none" cap="none" strike="noStrike">
                <a:solidFill>
                  <a:srgbClr val="FFFFFF"/>
                </a:solidFill>
                <a:latin typeface="Arial"/>
                <a:ea typeface="Arial"/>
                <a:cs typeface="Arial"/>
                <a:sym typeface="Arial"/>
              </a:defRPr>
            </a:lvl5pPr>
            <a:lvl6pPr indent="0" lvl="5" marL="0" marR="0" rtl="0" algn="l">
              <a:spcBef>
                <a:spcPts val="0"/>
              </a:spcBef>
              <a:buNone/>
              <a:defRPr b="1" i="0" sz="1400" u="none" cap="none" strike="noStrike">
                <a:solidFill>
                  <a:srgbClr val="FFFFFF"/>
                </a:solidFill>
                <a:latin typeface="Arial"/>
                <a:ea typeface="Arial"/>
                <a:cs typeface="Arial"/>
                <a:sym typeface="Arial"/>
              </a:defRPr>
            </a:lvl6pPr>
            <a:lvl7pPr indent="0" lvl="6" marL="0" marR="0" rtl="0" algn="l">
              <a:spcBef>
                <a:spcPts val="0"/>
              </a:spcBef>
              <a:buNone/>
              <a:defRPr b="1" i="0" sz="1400" u="none" cap="none" strike="noStrike">
                <a:solidFill>
                  <a:srgbClr val="FFFFFF"/>
                </a:solidFill>
                <a:latin typeface="Arial"/>
                <a:ea typeface="Arial"/>
                <a:cs typeface="Arial"/>
                <a:sym typeface="Arial"/>
              </a:defRPr>
            </a:lvl7pPr>
            <a:lvl8pPr indent="0" lvl="7" marL="0" marR="0" rtl="0" algn="l">
              <a:spcBef>
                <a:spcPts val="0"/>
              </a:spcBef>
              <a:buNone/>
              <a:defRPr b="1" i="0" sz="1400" u="none" cap="none" strike="noStrike">
                <a:solidFill>
                  <a:srgbClr val="FFFFFF"/>
                </a:solidFill>
                <a:latin typeface="Arial"/>
                <a:ea typeface="Arial"/>
                <a:cs typeface="Arial"/>
                <a:sym typeface="Arial"/>
              </a:defRPr>
            </a:lvl8pPr>
            <a:lvl9pPr indent="0" lvl="8" marL="0" marR="0" rtl="0" algn="l">
              <a:spcBef>
                <a:spcPts val="0"/>
              </a:spcBef>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14"/>
          <p:cNvSpPr/>
          <p:nvPr/>
        </p:nvSpPr>
        <p:spPr>
          <a:xfrm>
            <a:off x="0" y="165590"/>
            <a:ext cx="9144000" cy="171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5" name="Google Shape;95;p14"/>
          <p:cNvSpPr txBox="1"/>
          <p:nvPr>
            <p:ph type="title"/>
          </p:nvPr>
        </p:nvSpPr>
        <p:spPr>
          <a:xfrm>
            <a:off x="457200" y="400050"/>
            <a:ext cx="8229600" cy="743100"/>
          </a:xfrm>
          <a:prstGeom prst="rect">
            <a:avLst/>
          </a:prstGeom>
          <a:noFill/>
          <a:ln>
            <a:noFill/>
          </a:ln>
        </p:spPr>
        <p:txBody>
          <a:bodyPr anchorCtr="0" anchor="ctr" bIns="45700" lIns="91425" spcFirstLastPara="1" rIns="91425" wrap="square" tIns="45700">
            <a:normAutofit/>
          </a:bodyPr>
          <a:lstStyle>
            <a:lvl1pPr lvl="0" marR="0" algn="l">
              <a:spcBef>
                <a:spcPts val="0"/>
              </a:spcBef>
              <a:spcAft>
                <a:spcPts val="0"/>
              </a:spcAft>
              <a:buClr>
                <a:schemeClr val="dk2"/>
              </a:buClr>
              <a:buSzPts val="4000"/>
              <a:buFont typeface="Arial"/>
              <a:buNone/>
              <a:defRPr b="0" i="0" sz="4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6" name="Google Shape;96;p14"/>
          <p:cNvSpPr txBox="1"/>
          <p:nvPr>
            <p:ph idx="1" type="body"/>
          </p:nvPr>
        </p:nvSpPr>
        <p:spPr>
          <a:xfrm>
            <a:off x="457200" y="1200150"/>
            <a:ext cx="8229600" cy="3657600"/>
          </a:xfrm>
          <a:prstGeom prst="rect">
            <a:avLst/>
          </a:prstGeom>
          <a:noFill/>
          <a:ln>
            <a:noFill/>
          </a:ln>
        </p:spPr>
        <p:txBody>
          <a:bodyPr anchorCtr="0" anchor="t" bIns="45700" lIns="91425" spcFirstLastPara="1" rIns="91425" wrap="square" tIns="45700">
            <a:normAutofit/>
          </a:bodyPr>
          <a:lstStyle>
            <a:lvl1pPr indent="-379730" lvl="0" marL="457200" marR="0" algn="l">
              <a:spcBef>
                <a:spcPts val="0"/>
              </a:spcBef>
              <a:spcAft>
                <a:spcPts val="0"/>
              </a:spcAft>
              <a:buClr>
                <a:schemeClr val="accent6"/>
              </a:buClr>
              <a:buSzPts val="2380"/>
              <a:buFont typeface="Arial"/>
              <a:buChar char="•"/>
              <a:defRPr b="0" i="0" sz="2800" u="none" cap="none" strike="noStrike">
                <a:solidFill>
                  <a:schemeClr val="dk1"/>
                </a:solidFill>
                <a:latin typeface="Arial"/>
                <a:ea typeface="Arial"/>
                <a:cs typeface="Arial"/>
                <a:sym typeface="Arial"/>
              </a:defRPr>
            </a:lvl1pPr>
            <a:lvl2pPr indent="-358140" lvl="1" marL="914400" marR="0" algn="l">
              <a:spcBef>
                <a:spcPts val="0"/>
              </a:spcBef>
              <a:spcAft>
                <a:spcPts val="0"/>
              </a:spcAft>
              <a:buClr>
                <a:schemeClr val="accent6"/>
              </a:buClr>
              <a:buSzPts val="2040"/>
              <a:buFont typeface="Arial"/>
              <a:buChar char="•"/>
              <a:defRPr b="0" i="0" sz="2400" u="none" cap="none" strike="noStrike">
                <a:solidFill>
                  <a:schemeClr val="dk1"/>
                </a:solidFill>
                <a:latin typeface="Arial"/>
                <a:ea typeface="Arial"/>
                <a:cs typeface="Arial"/>
                <a:sym typeface="Arial"/>
              </a:defRPr>
            </a:lvl2pPr>
            <a:lvl3pPr indent="-342900" lvl="2" marL="1371600" marR="0" algn="l">
              <a:spcBef>
                <a:spcPts val="0"/>
              </a:spcBef>
              <a:spcAft>
                <a:spcPts val="0"/>
              </a:spcAft>
              <a:buClr>
                <a:schemeClr val="accent6"/>
              </a:buClr>
              <a:buSzPts val="1800"/>
              <a:buFont typeface="Arial"/>
              <a:buChar char="•"/>
              <a:defRPr b="0" i="0" sz="2000" u="none" cap="none" strike="noStrike">
                <a:solidFill>
                  <a:schemeClr val="dk1"/>
                </a:solidFill>
                <a:latin typeface="Arial"/>
                <a:ea typeface="Arial"/>
                <a:cs typeface="Arial"/>
                <a:sym typeface="Arial"/>
              </a:defRPr>
            </a:lvl3pPr>
            <a:lvl4pPr indent="-342900" lvl="3" marL="1828800" marR="0" algn="l">
              <a:spcBef>
                <a:spcPts val="0"/>
              </a:spcBef>
              <a:spcAft>
                <a:spcPts val="0"/>
              </a:spcAft>
              <a:buClr>
                <a:schemeClr val="accent6"/>
              </a:buClr>
              <a:buSzPts val="1800"/>
              <a:buFont typeface="Arial"/>
              <a:buChar char="•"/>
              <a:defRPr b="0" i="0" sz="1800" u="none" cap="none" strike="noStrike">
                <a:solidFill>
                  <a:schemeClr val="dk1"/>
                </a:solidFill>
                <a:latin typeface="Arial"/>
                <a:ea typeface="Arial"/>
                <a:cs typeface="Arial"/>
                <a:sym typeface="Arial"/>
              </a:defRPr>
            </a:lvl4pPr>
            <a:lvl5pPr indent="-330200" lvl="4" marL="2286000" marR="0" algn="l">
              <a:spcBef>
                <a:spcPts val="0"/>
              </a:spcBef>
              <a:spcAft>
                <a:spcPts val="0"/>
              </a:spcAft>
              <a:buClr>
                <a:schemeClr val="accent6"/>
              </a:buClr>
              <a:buSzPts val="1600"/>
              <a:buFont typeface="Arial"/>
              <a:buChar char="•"/>
              <a:defRPr b="0" i="0" sz="1600" u="none" cap="none" strike="noStrike">
                <a:solidFill>
                  <a:schemeClr val="dk1"/>
                </a:solidFill>
                <a:latin typeface="Arial"/>
                <a:ea typeface="Arial"/>
                <a:cs typeface="Arial"/>
                <a:sym typeface="Arial"/>
              </a:defRPr>
            </a:lvl5pPr>
            <a:lvl6pPr indent="-311150" lvl="5" marL="2743200" marR="0" algn="l">
              <a:spcBef>
                <a:spcPts val="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algn="l">
              <a:spcBef>
                <a:spcPts val="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algn="l">
              <a:spcBef>
                <a:spcPts val="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algn="l">
              <a:spcBef>
                <a:spcPts val="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97" name="Google Shape;97;p14"/>
          <p:cNvSpPr/>
          <p:nvPr/>
        </p:nvSpPr>
        <p:spPr>
          <a:xfrm>
            <a:off x="0" y="0"/>
            <a:ext cx="9144000" cy="274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8" name="Google Shape;98;p14"/>
          <p:cNvSpPr txBox="1"/>
          <p:nvPr>
            <p:ph idx="10" type="dt"/>
          </p:nvPr>
        </p:nvSpPr>
        <p:spPr>
          <a:xfrm>
            <a:off x="457200" y="13716"/>
            <a:ext cx="2895600" cy="2469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9" name="Google Shape;99;p14"/>
          <p:cNvSpPr txBox="1"/>
          <p:nvPr>
            <p:ph idx="11" type="ftr"/>
          </p:nvPr>
        </p:nvSpPr>
        <p:spPr>
          <a:xfrm>
            <a:off x="3429000" y="13716"/>
            <a:ext cx="4114800" cy="2469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0" name="Google Shape;100;p14"/>
          <p:cNvSpPr txBox="1"/>
          <p:nvPr>
            <p:ph idx="12" type="sldNum"/>
          </p:nvPr>
        </p:nvSpPr>
        <p:spPr>
          <a:xfrm>
            <a:off x="7620000" y="13716"/>
            <a:ext cx="1066800" cy="246900"/>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b="1" i="0" sz="1400" u="none" cap="none" strike="noStrike">
                <a:solidFill>
                  <a:srgbClr val="FFFFFF"/>
                </a:solidFill>
                <a:latin typeface="Arial"/>
                <a:ea typeface="Arial"/>
                <a:cs typeface="Arial"/>
                <a:sym typeface="Arial"/>
              </a:defRPr>
            </a:lvl1pPr>
            <a:lvl2pPr indent="0" lvl="1" marL="0" marR="0" algn="l">
              <a:spcBef>
                <a:spcPts val="0"/>
              </a:spcBef>
              <a:buNone/>
              <a:defRPr b="1" i="0" sz="1400" u="none" cap="none" strike="noStrike">
                <a:solidFill>
                  <a:srgbClr val="FFFFFF"/>
                </a:solidFill>
                <a:latin typeface="Arial"/>
                <a:ea typeface="Arial"/>
                <a:cs typeface="Arial"/>
                <a:sym typeface="Arial"/>
              </a:defRPr>
            </a:lvl2pPr>
            <a:lvl3pPr indent="0" lvl="2" marL="0" marR="0" algn="l">
              <a:spcBef>
                <a:spcPts val="0"/>
              </a:spcBef>
              <a:buNone/>
              <a:defRPr b="1" i="0" sz="1400" u="none" cap="none" strike="noStrike">
                <a:solidFill>
                  <a:srgbClr val="FFFFFF"/>
                </a:solidFill>
                <a:latin typeface="Arial"/>
                <a:ea typeface="Arial"/>
                <a:cs typeface="Arial"/>
                <a:sym typeface="Arial"/>
              </a:defRPr>
            </a:lvl3pPr>
            <a:lvl4pPr indent="0" lvl="3" marL="0" marR="0" algn="l">
              <a:spcBef>
                <a:spcPts val="0"/>
              </a:spcBef>
              <a:buNone/>
              <a:defRPr b="1" i="0" sz="1400" u="none" cap="none" strike="noStrike">
                <a:solidFill>
                  <a:srgbClr val="FFFFFF"/>
                </a:solidFill>
                <a:latin typeface="Arial"/>
                <a:ea typeface="Arial"/>
                <a:cs typeface="Arial"/>
                <a:sym typeface="Arial"/>
              </a:defRPr>
            </a:lvl4pPr>
            <a:lvl5pPr indent="0" lvl="4" marL="0" marR="0" algn="l">
              <a:spcBef>
                <a:spcPts val="0"/>
              </a:spcBef>
              <a:buNone/>
              <a:defRPr b="1" i="0" sz="1400" u="none" cap="none" strike="noStrike">
                <a:solidFill>
                  <a:srgbClr val="FFFFFF"/>
                </a:solidFill>
                <a:latin typeface="Arial"/>
                <a:ea typeface="Arial"/>
                <a:cs typeface="Arial"/>
                <a:sym typeface="Arial"/>
              </a:defRPr>
            </a:lvl5pPr>
            <a:lvl6pPr indent="0" lvl="5" marL="0" marR="0" algn="l">
              <a:spcBef>
                <a:spcPts val="0"/>
              </a:spcBef>
              <a:buNone/>
              <a:defRPr b="1" i="0" sz="1400" u="none" cap="none" strike="noStrike">
                <a:solidFill>
                  <a:srgbClr val="FFFFFF"/>
                </a:solidFill>
                <a:latin typeface="Arial"/>
                <a:ea typeface="Arial"/>
                <a:cs typeface="Arial"/>
                <a:sym typeface="Arial"/>
              </a:defRPr>
            </a:lvl6pPr>
            <a:lvl7pPr indent="0" lvl="6" marL="0" marR="0" algn="l">
              <a:spcBef>
                <a:spcPts val="0"/>
              </a:spcBef>
              <a:buNone/>
              <a:defRPr b="1" i="0" sz="1400" u="none" cap="none" strike="noStrike">
                <a:solidFill>
                  <a:srgbClr val="FFFFFF"/>
                </a:solidFill>
                <a:latin typeface="Arial"/>
                <a:ea typeface="Arial"/>
                <a:cs typeface="Arial"/>
                <a:sym typeface="Arial"/>
              </a:defRPr>
            </a:lvl7pPr>
            <a:lvl8pPr indent="0" lvl="7" marL="0" marR="0" algn="l">
              <a:spcBef>
                <a:spcPts val="0"/>
              </a:spcBef>
              <a:buNone/>
              <a:defRPr b="1" i="0" sz="1400" u="none" cap="none" strike="noStrike">
                <a:solidFill>
                  <a:srgbClr val="FFFFFF"/>
                </a:solidFill>
                <a:latin typeface="Arial"/>
                <a:ea typeface="Arial"/>
                <a:cs typeface="Arial"/>
                <a:sym typeface="Arial"/>
              </a:defRPr>
            </a:lvl8pPr>
            <a:lvl9pPr indent="0" lvl="8" marL="0" marR="0" algn="l">
              <a:spcBef>
                <a:spcPts val="0"/>
              </a:spcBef>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jpg"/><Relationship Id="rId9" Type="http://schemas.openxmlformats.org/officeDocument/2006/relationships/image" Target="../media/image6.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7.jpg"/><Relationship Id="rId8"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nvSpPr>
        <p:spPr>
          <a:xfrm>
            <a:off x="209346" y="267494"/>
            <a:ext cx="8749718" cy="1944216"/>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800" u="none" cap="none" strike="noStrike">
                <a:solidFill>
                  <a:schemeClr val="dk2"/>
                </a:solidFill>
                <a:latin typeface="Arial"/>
                <a:ea typeface="Arial"/>
                <a:cs typeface="Arial"/>
                <a:sym typeface="Arial"/>
              </a:rPr>
              <a:t>FINAL YEAR RESEARCH PROJECT </a:t>
            </a:r>
            <a:endParaRPr/>
          </a:p>
          <a:p>
            <a:pPr indent="0" lvl="0" marL="0" marR="0" rtl="0" algn="l">
              <a:lnSpc>
                <a:spcPct val="100000"/>
              </a:lnSpc>
              <a:spcBef>
                <a:spcPts val="0"/>
              </a:spcBef>
              <a:spcAft>
                <a:spcPts val="0"/>
              </a:spcAft>
              <a:buNone/>
            </a:pPr>
            <a:r>
              <a:rPr b="0" i="0" lang="en-IN" sz="2400" u="none" cap="none" strike="noStrike">
                <a:solidFill>
                  <a:schemeClr val="dk2"/>
                </a:solidFill>
                <a:latin typeface="Arial"/>
                <a:ea typeface="Arial"/>
                <a:cs typeface="Arial"/>
                <a:sym typeface="Arial"/>
              </a:rPr>
              <a:t>End-term Presentation</a:t>
            </a:r>
            <a:br>
              <a:rPr b="0" i="0" lang="en-IN" sz="1100" u="none" cap="none" strike="noStrike">
                <a:solidFill>
                  <a:schemeClr val="dk1"/>
                </a:solidFill>
                <a:latin typeface="Bebas Neue"/>
                <a:ea typeface="Bebas Neue"/>
                <a:cs typeface="Bebas Neue"/>
                <a:sym typeface="Bebas Neue"/>
              </a:rPr>
            </a:br>
            <a:r>
              <a:rPr b="0" i="0" lang="en-IN" sz="1100" u="none" cap="none" strike="noStrike">
                <a:solidFill>
                  <a:schemeClr val="dk1"/>
                </a:solidFill>
                <a:latin typeface="Bebas Neue"/>
                <a:ea typeface="Bebas Neue"/>
                <a:cs typeface="Bebas Neue"/>
                <a:sym typeface="Bebas Neue"/>
              </a:rPr>
              <a:t>			</a:t>
            </a:r>
            <a:r>
              <a:rPr lang="en-IN" sz="2800">
                <a:solidFill>
                  <a:srgbClr val="572314"/>
                </a:solidFill>
                <a:latin typeface="Bebas Neue"/>
                <a:ea typeface="Bebas Neue"/>
                <a:cs typeface="Bebas Neue"/>
                <a:sym typeface="Bebas Neue"/>
              </a:rPr>
              <a:t>Breast Cancer Detection Using Machine Learning</a:t>
            </a:r>
            <a:endParaRPr b="0" i="0" sz="2800" u="none" cap="none" strike="noStrike">
              <a:solidFill>
                <a:srgbClr val="000000"/>
              </a:solidFill>
              <a:latin typeface="Bebas Neue"/>
              <a:ea typeface="Bebas Neue"/>
              <a:cs typeface="Bebas Neue"/>
              <a:sym typeface="Bebas Neue"/>
            </a:endParaRPr>
          </a:p>
        </p:txBody>
      </p:sp>
      <p:sp>
        <p:nvSpPr>
          <p:cNvPr id="182" name="Google Shape;182;p27"/>
          <p:cNvSpPr txBox="1"/>
          <p:nvPr/>
        </p:nvSpPr>
        <p:spPr>
          <a:xfrm>
            <a:off x="398612" y="2283718"/>
            <a:ext cx="6400440" cy="647730"/>
          </a:xfrm>
          <a:prstGeom prst="rect">
            <a:avLst/>
          </a:prstGeom>
          <a:noFill/>
          <a:ln>
            <a:noFill/>
          </a:ln>
        </p:spPr>
        <p:txBody>
          <a:bodyPr anchorCtr="0" anchor="t" bIns="45000" lIns="90000" spcFirstLastPara="1" rIns="90000" wrap="square" tIns="0">
            <a:normAutofit fontScale="94000"/>
          </a:bodyPr>
          <a:lstStyle/>
          <a:p>
            <a:pPr indent="0" lvl="0" marL="27360" marR="0" rtl="0" algn="l">
              <a:lnSpc>
                <a:spcPct val="100000"/>
              </a:lnSpc>
              <a:spcBef>
                <a:spcPts val="0"/>
              </a:spcBef>
              <a:spcAft>
                <a:spcPts val="0"/>
              </a:spcAft>
              <a:buNone/>
            </a:pPr>
            <a:r>
              <a:rPr b="1" i="0" lang="en-IN" sz="1700" u="none" cap="none" strike="noStrike">
                <a:solidFill>
                  <a:srgbClr val="0070C0"/>
                </a:solidFill>
                <a:latin typeface="Gill Sans"/>
                <a:ea typeface="Gill Sans"/>
                <a:cs typeface="Gill Sans"/>
                <a:sym typeface="Gill Sans"/>
              </a:rPr>
              <a:t>Supervised By</a:t>
            </a:r>
            <a:r>
              <a:rPr b="1" i="0" lang="en-IN" sz="1700" u="none" cap="none" strike="noStrike">
                <a:solidFill>
                  <a:srgbClr val="361309"/>
                </a:solidFill>
                <a:latin typeface="Gill Sans"/>
                <a:ea typeface="Gill Sans"/>
                <a:cs typeface="Gill Sans"/>
                <a:sym typeface="Gill Sans"/>
              </a:rPr>
              <a:t>:</a:t>
            </a:r>
            <a:r>
              <a:rPr b="0" i="0" lang="en-IN" sz="1700" u="none" cap="none" strike="noStrike">
                <a:solidFill>
                  <a:schemeClr val="dk1"/>
                </a:solidFill>
                <a:latin typeface="Arial"/>
                <a:ea typeface="Arial"/>
                <a:cs typeface="Arial"/>
                <a:sym typeface="Arial"/>
              </a:rPr>
              <a:t> </a:t>
            </a:r>
            <a:r>
              <a:rPr b="1" lang="en-IN" sz="1700">
                <a:solidFill>
                  <a:srgbClr val="361309"/>
                </a:solidFill>
                <a:latin typeface="Gill Sans"/>
                <a:ea typeface="Gill Sans"/>
                <a:cs typeface="Gill Sans"/>
                <a:sym typeface="Gill Sans"/>
              </a:rPr>
              <a:t>Dr. Subhashree Mohapatra</a:t>
            </a:r>
            <a:endParaRPr sz="1700">
              <a:solidFill>
                <a:schemeClr val="dk1"/>
              </a:solidFill>
            </a:endParaRPr>
          </a:p>
          <a:p>
            <a:pPr indent="0" lvl="0" marL="27360" marR="0" rtl="0" algn="l">
              <a:lnSpc>
                <a:spcPct val="100000"/>
              </a:lnSpc>
              <a:spcBef>
                <a:spcPts val="0"/>
              </a:spcBef>
              <a:spcAft>
                <a:spcPts val="0"/>
              </a:spcAft>
              <a:buNone/>
            </a:pPr>
            <a:r>
              <a:t/>
            </a:r>
            <a:endParaRPr b="1" sz="1700">
              <a:solidFill>
                <a:srgbClr val="361309"/>
              </a:solidFill>
              <a:latin typeface="Gill Sans"/>
              <a:ea typeface="Gill Sans"/>
              <a:cs typeface="Gill Sans"/>
              <a:sym typeface="Gill Sans"/>
            </a:endParaRPr>
          </a:p>
        </p:txBody>
      </p:sp>
      <p:sp>
        <p:nvSpPr>
          <p:cNvPr id="183" name="Google Shape;183;p27"/>
          <p:cNvSpPr/>
          <p:nvPr/>
        </p:nvSpPr>
        <p:spPr>
          <a:xfrm>
            <a:off x="395536" y="2859782"/>
            <a:ext cx="3672408" cy="1814428"/>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400" u="none" cap="none" strike="noStrike">
                <a:solidFill>
                  <a:srgbClr val="0070C0"/>
                </a:solidFill>
                <a:latin typeface="Gill Sans"/>
                <a:ea typeface="Gill Sans"/>
                <a:cs typeface="Gill Sans"/>
                <a:sym typeface="Gill Sans"/>
              </a:rPr>
              <a:t>Group No.:</a:t>
            </a:r>
            <a:endParaRPr b="0" i="0" sz="1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None/>
            </a:pPr>
            <a:r>
              <a:rPr b="1" i="0" lang="en-IN" sz="1400" u="none" cap="none" strike="noStrike">
                <a:solidFill>
                  <a:srgbClr val="000000"/>
                </a:solidFill>
                <a:latin typeface="Gill Sans"/>
                <a:ea typeface="Gill Sans"/>
                <a:cs typeface="Gill Sans"/>
                <a:sym typeface="Gill Sans"/>
              </a:rPr>
              <a:t>Name of the Student(s) with Regd. No.:</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rtl="0" algn="l">
              <a:spcBef>
                <a:spcPts val="0"/>
              </a:spcBef>
              <a:spcAft>
                <a:spcPts val="0"/>
              </a:spcAft>
              <a:buClr>
                <a:schemeClr val="dk1"/>
              </a:buClr>
              <a:buFont typeface="Arial"/>
              <a:buNone/>
            </a:pPr>
            <a:r>
              <a:rPr lang="en-IN">
                <a:solidFill>
                  <a:schemeClr val="dk1"/>
                </a:solidFill>
              </a:rPr>
              <a:t>Rajaram Parida		2241016203</a:t>
            </a:r>
            <a:endParaRPr>
              <a:solidFill>
                <a:schemeClr val="dk1"/>
              </a:solidFill>
            </a:endParaRPr>
          </a:p>
          <a:p>
            <a:pPr indent="0" lvl="0" marL="0" rtl="0" algn="l">
              <a:spcBef>
                <a:spcPts val="0"/>
              </a:spcBef>
              <a:spcAft>
                <a:spcPts val="0"/>
              </a:spcAft>
              <a:buClr>
                <a:schemeClr val="dk1"/>
              </a:buClr>
              <a:buFont typeface="Arial"/>
              <a:buNone/>
            </a:pPr>
            <a:r>
              <a:rPr lang="en-IN">
                <a:solidFill>
                  <a:schemeClr val="dk1"/>
                </a:solidFill>
              </a:rPr>
              <a:t>Saswat Parida		2241016206</a:t>
            </a:r>
            <a:endParaRPr>
              <a:solidFill>
                <a:schemeClr val="dk1"/>
              </a:solidFill>
            </a:endParaRPr>
          </a:p>
          <a:p>
            <a:pPr indent="0" lvl="0" marL="0" rtl="0" algn="l">
              <a:spcBef>
                <a:spcPts val="0"/>
              </a:spcBef>
              <a:spcAft>
                <a:spcPts val="0"/>
              </a:spcAft>
              <a:buClr>
                <a:schemeClr val="dk1"/>
              </a:buClr>
              <a:buFont typeface="Arial"/>
              <a:buNone/>
            </a:pPr>
            <a:r>
              <a:rPr lang="en-IN">
                <a:solidFill>
                  <a:schemeClr val="dk1"/>
                </a:solidFill>
              </a:rPr>
              <a:t>Manpreet Mohanty	2241013252</a:t>
            </a:r>
            <a:endParaRPr>
              <a:solidFill>
                <a:schemeClr val="dk1"/>
              </a:solidFill>
            </a:endParaRPr>
          </a:p>
          <a:p>
            <a:pPr indent="0" lvl="0" marL="0" rtl="0" algn="l">
              <a:spcBef>
                <a:spcPts val="0"/>
              </a:spcBef>
              <a:spcAft>
                <a:spcPts val="0"/>
              </a:spcAft>
              <a:buClr>
                <a:schemeClr val="dk1"/>
              </a:buClr>
              <a:buFont typeface="Arial"/>
              <a:buNone/>
            </a:pPr>
            <a:r>
              <a:rPr lang="en-IN">
                <a:solidFill>
                  <a:schemeClr val="dk1"/>
                </a:solidFill>
              </a:rPr>
              <a:t>Adyasha Biswal 		2241002197</a:t>
            </a:r>
            <a:endParaRPr>
              <a:solidFill>
                <a:schemeClr val="dk1"/>
              </a:solidFill>
            </a:endParaRPr>
          </a:p>
          <a:p>
            <a:pPr indent="0" lvl="0" marL="0" marR="0" rtl="0" algn="l">
              <a:lnSpc>
                <a:spcPct val="100000"/>
              </a:lnSpc>
              <a:spcBef>
                <a:spcPts val="0"/>
              </a:spcBef>
              <a:spcAft>
                <a:spcPts val="0"/>
              </a:spcAft>
              <a:buNone/>
            </a:pPr>
            <a:r>
              <a:t/>
            </a:r>
            <a:endParaRPr>
              <a:solidFill>
                <a:schemeClr val="dk1"/>
              </a:solidFil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84" name="Google Shape;184;p27"/>
          <p:cNvSpPr/>
          <p:nvPr/>
        </p:nvSpPr>
        <p:spPr>
          <a:xfrm>
            <a:off x="5292080" y="3944752"/>
            <a:ext cx="3728904" cy="1044986"/>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400" u="none" cap="none" strike="noStrike">
                <a:solidFill>
                  <a:srgbClr val="0070C0"/>
                </a:solidFill>
                <a:latin typeface="Gill Sans"/>
                <a:ea typeface="Gill Sans"/>
                <a:cs typeface="Gill Sans"/>
                <a:sym typeface="Gill Sans"/>
              </a:rPr>
              <a:t>Department of Computer Sc. and Engineering</a:t>
            </a:r>
            <a:endParaRPr b="1" i="0" sz="1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None/>
            </a:pPr>
            <a:r>
              <a:rPr b="1" i="0" lang="en-IN" sz="1200" u="none" cap="none" strike="noStrike">
                <a:solidFill>
                  <a:srgbClr val="000000"/>
                </a:solidFill>
                <a:latin typeface="Gill Sans"/>
                <a:ea typeface="Gill Sans"/>
                <a:cs typeface="Gill Sans"/>
                <a:sym typeface="Gill Sans"/>
              </a:rPr>
              <a:t>Faculty of Engineering &amp; Technology (ITER)</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IN" sz="1100" u="none" cap="none" strike="noStrike">
                <a:solidFill>
                  <a:srgbClr val="000000"/>
                </a:solidFill>
                <a:latin typeface="Gill Sans"/>
                <a:ea typeface="Gill Sans"/>
                <a:cs typeface="Gill Sans"/>
                <a:sym typeface="Gill Sans"/>
              </a:rPr>
              <a:t>Siksha ‘O’ Anusandhan (Deemed to be) University</a:t>
            </a:r>
            <a:r>
              <a:rPr b="0" i="0" lang="en-IN" sz="1100" u="none" cap="none" strike="noStrike">
                <a:solidFill>
                  <a:srgbClr val="000000"/>
                </a:solidFill>
                <a:latin typeface="Gill Sans"/>
                <a:ea typeface="Gill Sans"/>
                <a:cs typeface="Gill Sans"/>
                <a:sym typeface="Gill Sans"/>
              </a:rPr>
              <a:t> </a:t>
            </a:r>
            <a:endParaRPr/>
          </a:p>
          <a:p>
            <a:pPr indent="0" lvl="0" marL="0" marR="0" rtl="0" algn="l">
              <a:lnSpc>
                <a:spcPct val="100000"/>
              </a:lnSpc>
              <a:spcBef>
                <a:spcPts val="0"/>
              </a:spcBef>
              <a:spcAft>
                <a:spcPts val="0"/>
              </a:spcAft>
              <a:buNone/>
            </a:pPr>
            <a:r>
              <a:rPr b="1" i="0" lang="en-IN" sz="1100" u="none" cap="none" strike="noStrike">
                <a:solidFill>
                  <a:srgbClr val="000000"/>
                </a:solidFill>
                <a:latin typeface="Gill Sans"/>
                <a:ea typeface="Gill Sans"/>
                <a:cs typeface="Gill Sans"/>
                <a:sym typeface="Gill Sans"/>
              </a:rPr>
              <a:t>Bhubaneswar, Odisha</a:t>
            </a:r>
            <a:endParaRPr b="0" i="0" sz="1100" u="none" cap="none" strike="noStrike">
              <a:solidFill>
                <a:schemeClr val="dk1"/>
              </a:solidFill>
              <a:latin typeface="Arial"/>
              <a:ea typeface="Arial"/>
              <a:cs typeface="Arial"/>
              <a:sym typeface="Arial"/>
            </a:endParaRPr>
          </a:p>
        </p:txBody>
      </p:sp>
      <p:sp>
        <p:nvSpPr>
          <p:cNvPr id="185" name="Google Shape;185;p27"/>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sp>
        <p:nvSpPr>
          <p:cNvPr id="186" name="Google Shape;186;p27"/>
          <p:cNvSpPr/>
          <p:nvPr/>
        </p:nvSpPr>
        <p:spPr>
          <a:xfrm>
            <a:off x="155520" y="-108270"/>
            <a:ext cx="304560" cy="2284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87" name="Google Shape;187;p27"/>
          <p:cNvPicPr preferRelativeResize="0"/>
          <p:nvPr/>
        </p:nvPicPr>
        <p:blipFill rotWithShape="1">
          <a:blip r:embed="rId3">
            <a:alphaModFix/>
          </a:blip>
          <a:srcRect b="0" l="0" r="0" t="0"/>
          <a:stretch/>
        </p:blipFill>
        <p:spPr>
          <a:xfrm>
            <a:off x="8172400" y="357480"/>
            <a:ext cx="826880" cy="77411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p28"/>
          <p:cNvSpPr txBox="1"/>
          <p:nvPr/>
        </p:nvSpPr>
        <p:spPr>
          <a:xfrm>
            <a:off x="617894" y="73712"/>
            <a:ext cx="8361928" cy="768142"/>
          </a:xfrm>
          <a:prstGeom prst="rect">
            <a:avLst/>
          </a:prstGeom>
          <a:noFill/>
          <a:ln>
            <a:noFill/>
          </a:ln>
        </p:spPr>
        <p:txBody>
          <a:bodyPr anchorCtr="0" anchor="ctr" bIns="45000" lIns="90000" spcFirstLastPara="1" rIns="90000" wrap="square" tIns="45000">
            <a:normAutofit fontScale="29000" lnSpcReduction="20000"/>
          </a:bodyPr>
          <a:lstStyle/>
          <a:p>
            <a:pPr indent="0" lvl="0" marL="0" marR="0" rtl="0" algn="l">
              <a:lnSpc>
                <a:spcPct val="100000"/>
              </a:lnSpc>
              <a:spcBef>
                <a:spcPts val="0"/>
              </a:spcBef>
              <a:spcAft>
                <a:spcPts val="0"/>
              </a:spcAft>
              <a:buNone/>
            </a:pPr>
            <a:r>
              <a:t/>
            </a:r>
            <a:endParaRPr b="1" sz="4700" strike="noStrike">
              <a:solidFill>
                <a:srgbClr val="572314"/>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lang="en-IN" sz="7700" strike="noStrike">
                <a:solidFill>
                  <a:srgbClr val="572314"/>
                </a:solidFill>
                <a:latin typeface="Times New Roman"/>
                <a:ea typeface="Times New Roman"/>
                <a:cs typeface="Times New Roman"/>
                <a:sym typeface="Times New Roman"/>
              </a:rPr>
              <a:t>Presentation Outline</a:t>
            </a:r>
            <a:br>
              <a:rPr lang="en-IN" sz="1800">
                <a:solidFill>
                  <a:schemeClr val="dk1"/>
                </a:solidFill>
                <a:latin typeface="Times New Roman"/>
                <a:ea typeface="Times New Roman"/>
                <a:cs typeface="Times New Roman"/>
                <a:sym typeface="Times New Roman"/>
              </a:rPr>
            </a:br>
            <a:endParaRPr b="0" sz="4300" strike="noStrike">
              <a:solidFill>
                <a:srgbClr val="000000"/>
              </a:solidFill>
              <a:latin typeface="Times New Roman"/>
              <a:ea typeface="Times New Roman"/>
              <a:cs typeface="Times New Roman"/>
              <a:sym typeface="Times New Roman"/>
            </a:endParaRPr>
          </a:p>
        </p:txBody>
      </p:sp>
      <p:sp>
        <p:nvSpPr>
          <p:cNvPr id="194" name="Google Shape;194;p28"/>
          <p:cNvSpPr txBox="1"/>
          <p:nvPr/>
        </p:nvSpPr>
        <p:spPr>
          <a:xfrm>
            <a:off x="755576" y="600782"/>
            <a:ext cx="8086564" cy="4320480"/>
          </a:xfrm>
          <a:prstGeom prst="rect">
            <a:avLst/>
          </a:prstGeom>
          <a:noFill/>
          <a:ln>
            <a:noFill/>
          </a:ln>
        </p:spPr>
        <p:txBody>
          <a:bodyPr anchorCtr="0" anchor="t" bIns="45000" lIns="90000" spcFirstLastPara="1" rIns="90000" wrap="square" tIns="45000">
            <a:noAutofit/>
          </a:bodyPr>
          <a:lstStyle/>
          <a:p>
            <a:pPr indent="-282960" lvl="0" marL="365760" marR="0" rtl="0" algn="l">
              <a:spcBef>
                <a:spcPts val="0"/>
              </a:spcBef>
              <a:spcAft>
                <a:spcPts val="0"/>
              </a:spcAft>
              <a:buClr>
                <a:srgbClr val="3891A7"/>
              </a:buClr>
              <a:buSzPts val="1280"/>
              <a:buFont typeface="Noto Sans Symbols"/>
              <a:buChar char="▪"/>
            </a:pPr>
            <a:r>
              <a:rPr lang="en-IN" sz="1600">
                <a:solidFill>
                  <a:schemeClr val="dk1"/>
                </a:solidFill>
                <a:latin typeface="Gill Sans"/>
                <a:ea typeface="Gill Sans"/>
                <a:cs typeface="Gill Sans"/>
                <a:sym typeface="Gill Sans"/>
              </a:rPr>
              <a:t>Problem Statement &amp; Motivations</a:t>
            </a:r>
            <a:endParaRPr/>
          </a:p>
          <a:p>
            <a:pPr indent="-282960" lvl="1" marL="822960" marR="0" rtl="0" algn="l">
              <a:spcBef>
                <a:spcPts val="601"/>
              </a:spcBef>
              <a:spcAft>
                <a:spcPts val="0"/>
              </a:spcAft>
              <a:buClr>
                <a:srgbClr val="3891A7"/>
              </a:buClr>
              <a:buSzPts val="1120"/>
              <a:buFont typeface="Noto Sans Symbols"/>
              <a:buChar char="▪"/>
            </a:pPr>
            <a:r>
              <a:rPr b="0" i="0" lang="en-IN" sz="1400" u="none" cap="none" strike="noStrike">
                <a:solidFill>
                  <a:schemeClr val="dk1"/>
                </a:solidFill>
                <a:latin typeface="Gill Sans"/>
                <a:ea typeface="Gill Sans"/>
                <a:cs typeface="Gill Sans"/>
                <a:sym typeface="Gill Sans"/>
              </a:rPr>
              <a:t>Problem Statement</a:t>
            </a:r>
            <a:endParaRPr/>
          </a:p>
          <a:p>
            <a:pPr indent="-282960" lvl="1" marL="822960" marR="0" rtl="0" algn="l">
              <a:spcBef>
                <a:spcPts val="601"/>
              </a:spcBef>
              <a:spcAft>
                <a:spcPts val="0"/>
              </a:spcAft>
              <a:buClr>
                <a:srgbClr val="3891A7"/>
              </a:buClr>
              <a:buSzPts val="1120"/>
              <a:buFont typeface="Noto Sans Symbols"/>
              <a:buChar char="▪"/>
            </a:pPr>
            <a:r>
              <a:rPr b="0" i="0" lang="en-IN" sz="1400" u="none" cap="none" strike="noStrike">
                <a:solidFill>
                  <a:schemeClr val="dk1"/>
                </a:solidFill>
                <a:latin typeface="Gill Sans"/>
                <a:ea typeface="Gill Sans"/>
                <a:cs typeface="Gill Sans"/>
                <a:sym typeface="Gill Sans"/>
              </a:rPr>
              <a:t>Motivations</a:t>
            </a:r>
            <a:endParaRPr/>
          </a:p>
          <a:p>
            <a:pPr indent="-282960" lvl="0" marL="365760" marR="0" rtl="0" algn="l">
              <a:spcBef>
                <a:spcPts val="601"/>
              </a:spcBef>
              <a:spcAft>
                <a:spcPts val="0"/>
              </a:spcAft>
              <a:buClr>
                <a:srgbClr val="3891A7"/>
              </a:buClr>
              <a:buSzPts val="1280"/>
              <a:buFont typeface="Noto Sans Symbols"/>
              <a:buChar char="▪"/>
            </a:pPr>
            <a:r>
              <a:rPr lang="en-IN" sz="1600">
                <a:solidFill>
                  <a:schemeClr val="dk1"/>
                </a:solidFill>
                <a:latin typeface="Gill Sans"/>
                <a:ea typeface="Gill Sans"/>
                <a:cs typeface="Gill Sans"/>
                <a:sym typeface="Gill Sans"/>
              </a:rPr>
              <a:t>Literature Review</a:t>
            </a:r>
            <a:endParaRPr/>
          </a:p>
          <a:p>
            <a:pPr indent="-282960" lvl="1" marL="822960" marR="0" rtl="0" algn="l">
              <a:spcBef>
                <a:spcPts val="601"/>
              </a:spcBef>
              <a:spcAft>
                <a:spcPts val="0"/>
              </a:spcAft>
              <a:buClr>
                <a:srgbClr val="3891A7"/>
              </a:buClr>
              <a:buSzPts val="1120"/>
              <a:buFont typeface="Noto Sans Symbols"/>
              <a:buChar char="▪"/>
            </a:pPr>
            <a:r>
              <a:rPr b="0" i="0" lang="en-IN" sz="1400" u="none" cap="none" strike="noStrike">
                <a:solidFill>
                  <a:srgbClr val="000000"/>
                </a:solidFill>
                <a:latin typeface="Gill Sans"/>
                <a:ea typeface="Gill Sans"/>
                <a:cs typeface="Gill Sans"/>
                <a:sym typeface="Gill Sans"/>
              </a:rPr>
              <a:t>Existing Solutions &amp; Limitations </a:t>
            </a:r>
            <a:endParaRPr/>
          </a:p>
          <a:p>
            <a:pPr indent="-282960" lvl="0" marL="365760" marR="0" rtl="0" algn="l">
              <a:spcBef>
                <a:spcPts val="601"/>
              </a:spcBef>
              <a:spcAft>
                <a:spcPts val="0"/>
              </a:spcAft>
              <a:buClr>
                <a:srgbClr val="3891A7"/>
              </a:buClr>
              <a:buSzPts val="1280"/>
              <a:buFont typeface="Noto Sans Symbols"/>
              <a:buChar char="▪"/>
            </a:pPr>
            <a:r>
              <a:rPr lang="en-IN" sz="1600">
                <a:solidFill>
                  <a:schemeClr val="dk1"/>
                </a:solidFill>
                <a:latin typeface="Gill Sans"/>
                <a:ea typeface="Gill Sans"/>
                <a:cs typeface="Gill Sans"/>
                <a:sym typeface="Gill Sans"/>
              </a:rPr>
              <a:t>Proposed Methodology &amp; Approach </a:t>
            </a:r>
            <a:endParaRPr/>
          </a:p>
          <a:p>
            <a:pPr indent="-282960" lvl="0" marL="365760" marR="0" rtl="0" algn="l">
              <a:spcBef>
                <a:spcPts val="601"/>
              </a:spcBef>
              <a:spcAft>
                <a:spcPts val="0"/>
              </a:spcAft>
              <a:buClr>
                <a:srgbClr val="3891A7"/>
              </a:buClr>
              <a:buSzPts val="1280"/>
              <a:buFont typeface="Noto Sans Symbols"/>
              <a:buChar char="▪"/>
            </a:pPr>
            <a:r>
              <a:rPr lang="en-IN" sz="1600">
                <a:solidFill>
                  <a:schemeClr val="dk1"/>
                </a:solidFill>
                <a:latin typeface="Gill Sans"/>
                <a:ea typeface="Gill Sans"/>
                <a:cs typeface="Gill Sans"/>
                <a:sym typeface="Gill Sans"/>
              </a:rPr>
              <a:t>Key Components/Modules &amp; Algorithms Used</a:t>
            </a:r>
            <a:endParaRPr sz="1600">
              <a:solidFill>
                <a:schemeClr val="dk1"/>
              </a:solidFill>
              <a:latin typeface="Gill Sans"/>
              <a:ea typeface="Gill Sans"/>
              <a:cs typeface="Gill Sans"/>
              <a:sym typeface="Gill Sans"/>
            </a:endParaRPr>
          </a:p>
          <a:p>
            <a:pPr indent="-282960" lvl="0" marL="365760" marR="0" rtl="0" algn="l">
              <a:spcBef>
                <a:spcPts val="601"/>
              </a:spcBef>
              <a:spcAft>
                <a:spcPts val="0"/>
              </a:spcAft>
              <a:buClr>
                <a:srgbClr val="3891A7"/>
              </a:buClr>
              <a:buSzPts val="1280"/>
              <a:buFont typeface="Noto Sans Symbols"/>
              <a:buChar char="▪"/>
            </a:pPr>
            <a:r>
              <a:rPr lang="en-IN" sz="1600">
                <a:solidFill>
                  <a:schemeClr val="dk1"/>
                </a:solidFill>
                <a:latin typeface="Gill Sans"/>
                <a:ea typeface="Gill Sans"/>
                <a:cs typeface="Gill Sans"/>
                <a:sym typeface="Gill Sans"/>
              </a:rPr>
              <a:t>Dataset(s) &amp; Tools/Technologies</a:t>
            </a:r>
            <a:endParaRPr/>
          </a:p>
          <a:p>
            <a:pPr indent="-282960" lvl="0" marL="365760" marR="0" rtl="0" algn="l">
              <a:spcBef>
                <a:spcPts val="601"/>
              </a:spcBef>
              <a:spcAft>
                <a:spcPts val="0"/>
              </a:spcAft>
              <a:buClr>
                <a:srgbClr val="3891A7"/>
              </a:buClr>
              <a:buSzPts val="1280"/>
              <a:buFont typeface="Noto Sans Symbols"/>
              <a:buChar char="▪"/>
            </a:pPr>
            <a:r>
              <a:rPr lang="en-IN" sz="1600">
                <a:solidFill>
                  <a:schemeClr val="dk1"/>
                </a:solidFill>
                <a:latin typeface="Gill Sans"/>
                <a:ea typeface="Gill Sans"/>
                <a:cs typeface="Gill Sans"/>
                <a:sym typeface="Gill Sans"/>
              </a:rPr>
              <a:t>Experimentation</a:t>
            </a:r>
            <a:endParaRPr/>
          </a:p>
          <a:p>
            <a:pPr indent="-282960" lvl="1" marL="822960" marR="0" rtl="0" algn="l">
              <a:spcBef>
                <a:spcPts val="601"/>
              </a:spcBef>
              <a:spcAft>
                <a:spcPts val="0"/>
              </a:spcAft>
              <a:buClr>
                <a:srgbClr val="3891A7"/>
              </a:buClr>
              <a:buSzPts val="1120"/>
              <a:buFont typeface="Noto Sans Symbols"/>
              <a:buChar char="▪"/>
            </a:pPr>
            <a:r>
              <a:rPr b="0" i="0" lang="en-IN" sz="1400" u="none" cap="none" strike="noStrike">
                <a:solidFill>
                  <a:schemeClr val="dk1"/>
                </a:solidFill>
                <a:latin typeface="Gill Sans"/>
                <a:ea typeface="Gill Sans"/>
                <a:cs typeface="Gill Sans"/>
                <a:sym typeface="Gill Sans"/>
              </a:rPr>
              <a:t>System Specification </a:t>
            </a:r>
            <a:endParaRPr/>
          </a:p>
          <a:p>
            <a:pPr indent="-282960" lvl="1" marL="822960" marR="0" rtl="0" algn="l">
              <a:spcBef>
                <a:spcPts val="601"/>
              </a:spcBef>
              <a:spcAft>
                <a:spcPts val="0"/>
              </a:spcAft>
              <a:buClr>
                <a:srgbClr val="3891A7"/>
              </a:buClr>
              <a:buSzPts val="1120"/>
              <a:buFont typeface="Noto Sans Symbols"/>
              <a:buChar char="▪"/>
            </a:pPr>
            <a:r>
              <a:rPr b="0" i="0" lang="en-IN" sz="1400" u="none" cap="none" strike="noStrike">
                <a:solidFill>
                  <a:schemeClr val="dk1"/>
                </a:solidFill>
                <a:latin typeface="Gill Sans"/>
                <a:ea typeface="Gill Sans"/>
                <a:cs typeface="Gill Sans"/>
                <a:sym typeface="Gill Sans"/>
              </a:rPr>
              <a:t>Experimental Results </a:t>
            </a:r>
            <a:endParaRPr/>
          </a:p>
          <a:p>
            <a:pPr indent="-282960" lvl="1" marL="822960" marR="0" rtl="0" algn="l">
              <a:spcBef>
                <a:spcPts val="601"/>
              </a:spcBef>
              <a:spcAft>
                <a:spcPts val="0"/>
              </a:spcAft>
              <a:buClr>
                <a:srgbClr val="3891A7"/>
              </a:buClr>
              <a:buSzPts val="1120"/>
              <a:buFont typeface="Noto Sans Symbols"/>
              <a:buChar char="▪"/>
            </a:pPr>
            <a:r>
              <a:rPr b="0" i="0" lang="en-IN" sz="1400" u="none" cap="none" strike="noStrike">
                <a:solidFill>
                  <a:schemeClr val="dk1"/>
                </a:solidFill>
                <a:latin typeface="Gill Sans"/>
                <a:ea typeface="Gill Sans"/>
                <a:cs typeface="Gill Sans"/>
                <a:sym typeface="Gill Sans"/>
              </a:rPr>
              <a:t>Performance Analysis</a:t>
            </a:r>
            <a:endParaRPr b="0" i="0" sz="1400" u="none" cap="none" strike="noStrike">
              <a:solidFill>
                <a:schemeClr val="dk1"/>
              </a:solidFill>
              <a:latin typeface="Gill Sans"/>
              <a:ea typeface="Gill Sans"/>
              <a:cs typeface="Gill Sans"/>
              <a:sym typeface="Gill Sans"/>
            </a:endParaRPr>
          </a:p>
          <a:p>
            <a:pPr indent="-282960" lvl="0" marL="365760" marR="0" rtl="0" algn="l">
              <a:spcBef>
                <a:spcPts val="601"/>
              </a:spcBef>
              <a:spcAft>
                <a:spcPts val="0"/>
              </a:spcAft>
              <a:buClr>
                <a:srgbClr val="3891A7"/>
              </a:buClr>
              <a:buSzPts val="1280"/>
              <a:buFont typeface="Noto Sans Symbols"/>
              <a:buChar char="▪"/>
            </a:pPr>
            <a:r>
              <a:rPr lang="en-IN" sz="1600">
                <a:solidFill>
                  <a:schemeClr val="dk1"/>
                </a:solidFill>
                <a:latin typeface="Gill Sans"/>
                <a:ea typeface="Gill Sans"/>
                <a:cs typeface="Gill Sans"/>
                <a:sym typeface="Gill Sans"/>
              </a:rPr>
              <a:t>Conclusion and Future Scope</a:t>
            </a:r>
            <a:endParaRPr sz="1600">
              <a:solidFill>
                <a:schemeClr val="dk1"/>
              </a:solidFill>
              <a:latin typeface="Gill Sans"/>
              <a:ea typeface="Gill Sans"/>
              <a:cs typeface="Gill Sans"/>
              <a:sym typeface="Gill Sans"/>
            </a:endParaRPr>
          </a:p>
          <a:p>
            <a:pPr indent="-282960" lvl="1" marL="365760" marR="0" rtl="0" algn="l">
              <a:spcBef>
                <a:spcPts val="601"/>
              </a:spcBef>
              <a:spcAft>
                <a:spcPts val="0"/>
              </a:spcAft>
              <a:buClr>
                <a:srgbClr val="3891A7"/>
              </a:buClr>
              <a:buSzPts val="1280"/>
              <a:buFont typeface="Noto Sans Symbols"/>
              <a:buChar char="▪"/>
            </a:pPr>
            <a:r>
              <a:rPr b="0" i="0" lang="en-IN" sz="1600" u="none" cap="none" strike="noStrike">
                <a:solidFill>
                  <a:schemeClr val="dk1"/>
                </a:solidFill>
                <a:latin typeface="Gill Sans"/>
                <a:ea typeface="Gill Sans"/>
                <a:cs typeface="Gill Sans"/>
                <a:sym typeface="Gill Sans"/>
              </a:rPr>
              <a:t>References</a:t>
            </a:r>
            <a:endParaRPr b="0" i="0" sz="1600" u="none" cap="none" strike="noStrike">
              <a:solidFill>
                <a:schemeClr val="dk1"/>
              </a:solidFill>
              <a:latin typeface="Gill Sans"/>
              <a:ea typeface="Gill Sans"/>
              <a:cs typeface="Gill Sans"/>
              <a:sym typeface="Gill Sans"/>
            </a:endParaRPr>
          </a:p>
        </p:txBody>
      </p:sp>
      <p:sp>
        <p:nvSpPr>
          <p:cNvPr id="195" name="Google Shape;195;p28"/>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I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196" name="Google Shape;196;p28"/>
          <p:cNvPicPr preferRelativeResize="0"/>
          <p:nvPr/>
        </p:nvPicPr>
        <p:blipFill rotWithShape="1">
          <a:blip r:embed="rId3">
            <a:alphaModFix/>
          </a:blip>
          <a:srcRect b="0" l="0" r="0" t="0"/>
          <a:stretch/>
        </p:blipFill>
        <p:spPr>
          <a:xfrm>
            <a:off x="8207896" y="0"/>
            <a:ext cx="936104" cy="91556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nvSpPr>
        <p:spPr>
          <a:xfrm>
            <a:off x="480212" y="206010"/>
            <a:ext cx="8361928" cy="8569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IN" sz="2800">
                <a:solidFill>
                  <a:srgbClr val="572314"/>
                </a:solidFill>
                <a:latin typeface="Times New Roman"/>
                <a:ea typeface="Times New Roman"/>
                <a:cs typeface="Times New Roman"/>
                <a:sym typeface="Times New Roman"/>
              </a:rPr>
              <a:t>Problem Statement</a:t>
            </a:r>
            <a:endParaRPr/>
          </a:p>
        </p:txBody>
      </p:sp>
      <p:sp>
        <p:nvSpPr>
          <p:cNvPr id="202" name="Google Shape;202;p29"/>
          <p:cNvSpPr txBox="1"/>
          <p:nvPr/>
        </p:nvSpPr>
        <p:spPr>
          <a:xfrm>
            <a:off x="428596" y="1085940"/>
            <a:ext cx="8504804" cy="360018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1200"/>
              </a:spcAft>
              <a:buSzPts val="1100"/>
              <a:buNone/>
            </a:pPr>
            <a:r>
              <a:rPr lang="en-IN" sz="1600">
                <a:solidFill>
                  <a:schemeClr val="dk1"/>
                </a:solidFill>
                <a:latin typeface="Gill Sans"/>
                <a:ea typeface="Gill Sans"/>
                <a:cs typeface="Gill Sans"/>
                <a:sym typeface="Gill Sans"/>
              </a:rPr>
              <a:t>Breast cancer remains one of the leading causes of mortality among women worldwide, where early and accurate detection is critical to improving survival rates and treatment outcomes. Yet existing diagnostic approaches often rely on manual analysis, leading to inconsistencies, delays, and reduced reliability, highlighting the need for robust machine learning solutions that can support clinical decision‑making. </a:t>
            </a:r>
            <a:endParaRPr b="0" sz="1600" strike="noStrike">
              <a:solidFill>
                <a:srgbClr val="000000"/>
              </a:solidFill>
              <a:latin typeface="Gill Sans"/>
              <a:ea typeface="Gill Sans"/>
              <a:cs typeface="Gill Sans"/>
              <a:sym typeface="Gill Sans"/>
            </a:endParaRPr>
          </a:p>
        </p:txBody>
      </p:sp>
      <p:sp>
        <p:nvSpPr>
          <p:cNvPr id="203" name="Google Shape;203;p29"/>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I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204" name="Google Shape;204;p29"/>
          <p:cNvPicPr preferRelativeResize="0"/>
          <p:nvPr/>
        </p:nvPicPr>
        <p:blipFill rotWithShape="1">
          <a:blip r:embed="rId3">
            <a:alphaModFix/>
          </a:blip>
          <a:srcRect b="0" l="0" r="0" t="0"/>
          <a:stretch/>
        </p:blipFill>
        <p:spPr>
          <a:xfrm>
            <a:off x="8141432" y="0"/>
            <a:ext cx="970168" cy="91556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0"/>
          <p:cNvSpPr txBox="1"/>
          <p:nvPr/>
        </p:nvSpPr>
        <p:spPr>
          <a:xfrm>
            <a:off x="480212" y="206010"/>
            <a:ext cx="8361928" cy="8569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IN" sz="2800">
                <a:solidFill>
                  <a:srgbClr val="572314"/>
                </a:solidFill>
                <a:latin typeface="Times New Roman"/>
                <a:ea typeface="Times New Roman"/>
                <a:cs typeface="Times New Roman"/>
                <a:sym typeface="Times New Roman"/>
              </a:rPr>
              <a:t>Motivations</a:t>
            </a:r>
            <a:endParaRPr/>
          </a:p>
        </p:txBody>
      </p:sp>
      <p:sp>
        <p:nvSpPr>
          <p:cNvPr id="210" name="Google Shape;210;p30"/>
          <p:cNvSpPr txBox="1"/>
          <p:nvPr/>
        </p:nvSpPr>
        <p:spPr>
          <a:xfrm>
            <a:off x="428596" y="1085940"/>
            <a:ext cx="8504804" cy="3600180"/>
          </a:xfrm>
          <a:prstGeom prst="rect">
            <a:avLst/>
          </a:prstGeom>
          <a:noFill/>
          <a:ln>
            <a:noFill/>
          </a:ln>
        </p:spPr>
        <p:txBody>
          <a:bodyPr anchorCtr="0" anchor="t" bIns="45000" lIns="90000" spcFirstLastPara="1" rIns="90000" wrap="square" tIns="45000">
            <a:noAutofit/>
          </a:bodyPr>
          <a:lstStyle/>
          <a:p>
            <a:pPr indent="-330200" lvl="0" marL="457200" rtl="0" algn="just">
              <a:lnSpc>
                <a:spcPct val="115000"/>
              </a:lnSpc>
              <a:spcBef>
                <a:spcPts val="601"/>
              </a:spcBef>
              <a:spcAft>
                <a:spcPts val="0"/>
              </a:spcAft>
              <a:buClr>
                <a:schemeClr val="dk1"/>
              </a:buClr>
              <a:buSzPts val="1600"/>
              <a:buFont typeface="Gill Sans"/>
              <a:buChar char="●"/>
            </a:pPr>
            <a:r>
              <a:rPr lang="en-IN" sz="1600">
                <a:solidFill>
                  <a:schemeClr val="dk1"/>
                </a:solidFill>
                <a:latin typeface="Gill Sans"/>
                <a:ea typeface="Gill Sans"/>
                <a:cs typeface="Gill Sans"/>
                <a:sym typeface="Gill Sans"/>
              </a:rPr>
              <a:t>Enhance diagnostic accuracy and consistency through automation.</a:t>
            </a:r>
            <a:endParaRPr sz="1600">
              <a:solidFill>
                <a:schemeClr val="dk1"/>
              </a:solidFill>
              <a:latin typeface="Gill Sans"/>
              <a:ea typeface="Gill Sans"/>
              <a:cs typeface="Gill Sans"/>
              <a:sym typeface="Gill Sans"/>
            </a:endParaRPr>
          </a:p>
          <a:p>
            <a:pPr indent="-330200" lvl="0" marL="457200" rtl="0" algn="just">
              <a:lnSpc>
                <a:spcPct val="115000"/>
              </a:lnSpc>
              <a:spcBef>
                <a:spcPts val="0"/>
              </a:spcBef>
              <a:spcAft>
                <a:spcPts val="0"/>
              </a:spcAft>
              <a:buClr>
                <a:schemeClr val="dk1"/>
              </a:buClr>
              <a:buSzPts val="1600"/>
              <a:buFont typeface="Gill Sans"/>
              <a:buChar char="●"/>
            </a:pPr>
            <a:r>
              <a:rPr lang="en-IN" sz="1600">
                <a:solidFill>
                  <a:schemeClr val="dk1"/>
                </a:solidFill>
                <a:latin typeface="Gill Sans"/>
                <a:ea typeface="Gill Sans"/>
                <a:cs typeface="Gill Sans"/>
                <a:sym typeface="Gill Sans"/>
              </a:rPr>
              <a:t>Reduce false negatives to ensure timely treatment.</a:t>
            </a:r>
            <a:endParaRPr sz="1600">
              <a:solidFill>
                <a:schemeClr val="dk1"/>
              </a:solidFill>
              <a:latin typeface="Gill Sans"/>
              <a:ea typeface="Gill Sans"/>
              <a:cs typeface="Gill Sans"/>
              <a:sym typeface="Gill Sans"/>
            </a:endParaRPr>
          </a:p>
          <a:p>
            <a:pPr indent="-330200" lvl="0" marL="457200" rtl="0" algn="just">
              <a:lnSpc>
                <a:spcPct val="115000"/>
              </a:lnSpc>
              <a:spcBef>
                <a:spcPts val="0"/>
              </a:spcBef>
              <a:spcAft>
                <a:spcPts val="0"/>
              </a:spcAft>
              <a:buClr>
                <a:schemeClr val="dk1"/>
              </a:buClr>
              <a:buSzPts val="1600"/>
              <a:buFont typeface="Gill Sans"/>
              <a:buChar char="●"/>
            </a:pPr>
            <a:r>
              <a:rPr lang="en-IN" sz="1600">
                <a:solidFill>
                  <a:schemeClr val="dk1"/>
                </a:solidFill>
                <a:latin typeface="Gill Sans"/>
                <a:ea typeface="Gill Sans"/>
                <a:cs typeface="Gill Sans"/>
                <a:sym typeface="Gill Sans"/>
              </a:rPr>
              <a:t>Develop robust machine learning models that support clinical decision‑making.</a:t>
            </a:r>
            <a:endParaRPr sz="1600">
              <a:solidFill>
                <a:schemeClr val="dk1"/>
              </a:solidFill>
              <a:latin typeface="Gill Sans"/>
              <a:ea typeface="Gill Sans"/>
              <a:cs typeface="Gill Sans"/>
              <a:sym typeface="Gill Sans"/>
            </a:endParaRPr>
          </a:p>
          <a:p>
            <a:pPr indent="-330200" lvl="0" marL="457200" rtl="0" algn="just">
              <a:lnSpc>
                <a:spcPct val="115000"/>
              </a:lnSpc>
              <a:spcBef>
                <a:spcPts val="0"/>
              </a:spcBef>
              <a:spcAft>
                <a:spcPts val="0"/>
              </a:spcAft>
              <a:buClr>
                <a:schemeClr val="dk1"/>
              </a:buClr>
              <a:buSzPts val="1600"/>
              <a:buFont typeface="Gill Sans"/>
              <a:buChar char="●"/>
            </a:pPr>
            <a:r>
              <a:rPr lang="en-IN" sz="1600">
                <a:solidFill>
                  <a:schemeClr val="dk1"/>
                </a:solidFill>
                <a:latin typeface="Gill Sans"/>
                <a:ea typeface="Gill Sans"/>
                <a:cs typeface="Gill Sans"/>
                <a:sym typeface="Gill Sans"/>
              </a:rPr>
              <a:t>Bridge the gap between traditional diagnostic approaches and modern AI‑driven solutions.</a:t>
            </a:r>
            <a:endParaRPr sz="1600">
              <a:solidFill>
                <a:schemeClr val="dk1"/>
              </a:solidFill>
              <a:latin typeface="Gill Sans"/>
              <a:ea typeface="Gill Sans"/>
              <a:cs typeface="Gill Sans"/>
              <a:sym typeface="Gill Sans"/>
            </a:endParaRPr>
          </a:p>
        </p:txBody>
      </p:sp>
      <p:sp>
        <p:nvSpPr>
          <p:cNvPr id="211" name="Google Shape;211;p30"/>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I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212" name="Google Shape;212;p30"/>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nvSpPr>
        <p:spPr>
          <a:xfrm>
            <a:off x="107504" y="-61167"/>
            <a:ext cx="8290500" cy="412500"/>
          </a:xfrm>
          <a:prstGeom prst="rect">
            <a:avLst/>
          </a:prstGeom>
          <a:noFill/>
          <a:ln>
            <a:noFill/>
          </a:ln>
        </p:spPr>
        <p:txBody>
          <a:bodyPr anchorCtr="0" anchor="ctr" bIns="45000" lIns="90000" spcFirstLastPara="1" rIns="90000" wrap="square" tIns="45000">
            <a:normAutofit fontScale="25000" lnSpcReduction="20000"/>
          </a:bodyPr>
          <a:lstStyle/>
          <a:p>
            <a:pPr indent="0" lvl="0" marL="0" marR="0" rtl="0" algn="l">
              <a:lnSpc>
                <a:spcPct val="100000"/>
              </a:lnSpc>
              <a:spcBef>
                <a:spcPts val="0"/>
              </a:spcBef>
              <a:spcAft>
                <a:spcPts val="0"/>
              </a:spcAft>
              <a:buNone/>
            </a:pPr>
            <a:br>
              <a:rPr b="0" i="0" lang="en-IN" sz="1800" u="none" cap="none" strike="noStrike">
                <a:solidFill>
                  <a:schemeClr val="dk1"/>
                </a:solidFill>
                <a:latin typeface="Arial"/>
                <a:ea typeface="Arial"/>
                <a:cs typeface="Arial"/>
                <a:sym typeface="Arial"/>
              </a:rPr>
            </a:br>
            <a:r>
              <a:rPr b="1" i="0" lang="en-IN" sz="11200" u="none" cap="none" strike="noStrike">
                <a:solidFill>
                  <a:srgbClr val="572314"/>
                </a:solidFill>
                <a:latin typeface="Times New Roman"/>
                <a:ea typeface="Times New Roman"/>
                <a:cs typeface="Times New Roman"/>
                <a:sym typeface="Times New Roman"/>
              </a:rPr>
              <a:t>Literature Review</a:t>
            </a:r>
            <a:endParaRPr b="0" i="0" sz="1800" u="none" cap="none" strike="noStrike">
              <a:solidFill>
                <a:schemeClr val="dk1"/>
              </a:solidFill>
              <a:latin typeface="Arial"/>
              <a:ea typeface="Arial"/>
              <a:cs typeface="Arial"/>
              <a:sym typeface="Arial"/>
            </a:endParaRPr>
          </a:p>
        </p:txBody>
      </p:sp>
      <p:sp>
        <p:nvSpPr>
          <p:cNvPr id="219" name="Google Shape;219;p31"/>
          <p:cNvSpPr txBox="1"/>
          <p:nvPr/>
        </p:nvSpPr>
        <p:spPr>
          <a:xfrm>
            <a:off x="538350" y="1076610"/>
            <a:ext cx="8395200" cy="3609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0" marR="0" rtl="0" algn="l">
              <a:spcBef>
                <a:spcPts val="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82440" marR="0" rtl="0" algn="l">
              <a:lnSpc>
                <a:spcPct val="100000"/>
              </a:lnSpc>
              <a:spcBef>
                <a:spcPts val="601"/>
              </a:spcBef>
              <a:spcAft>
                <a:spcPts val="0"/>
              </a:spcAft>
              <a:buNone/>
            </a:pPr>
            <a:r>
              <a:t/>
            </a:r>
            <a:endParaRPr b="0" i="0" sz="2400" u="none" cap="none" strike="noStrike">
              <a:solidFill>
                <a:srgbClr val="000000"/>
              </a:solidFill>
              <a:latin typeface="Gill Sans"/>
              <a:ea typeface="Gill Sans"/>
              <a:cs typeface="Gill Sans"/>
              <a:sym typeface="Gill Sans"/>
            </a:endParaRPr>
          </a:p>
        </p:txBody>
      </p:sp>
      <p:sp>
        <p:nvSpPr>
          <p:cNvPr id="220" name="Google Shape;220;p31"/>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pic>
        <p:nvPicPr>
          <p:cNvPr id="221" name="Google Shape;221;p31"/>
          <p:cNvPicPr preferRelativeResize="0"/>
          <p:nvPr/>
        </p:nvPicPr>
        <p:blipFill rotWithShape="1">
          <a:blip r:embed="rId3">
            <a:alphaModFix/>
          </a:blip>
          <a:srcRect b="0" l="0" r="0" t="0"/>
          <a:stretch/>
        </p:blipFill>
        <p:spPr>
          <a:xfrm>
            <a:off x="8166976" y="0"/>
            <a:ext cx="977024" cy="915566"/>
          </a:xfrm>
          <a:prstGeom prst="rect">
            <a:avLst/>
          </a:prstGeom>
          <a:noFill/>
          <a:ln>
            <a:noFill/>
          </a:ln>
        </p:spPr>
      </p:pic>
      <p:graphicFrame>
        <p:nvGraphicFramePr>
          <p:cNvPr id="222" name="Google Shape;222;p31"/>
          <p:cNvGraphicFramePr/>
          <p:nvPr/>
        </p:nvGraphicFramePr>
        <p:xfrm>
          <a:off x="440425" y="686060"/>
          <a:ext cx="3000000" cy="3000000"/>
        </p:xfrm>
        <a:graphic>
          <a:graphicData uri="http://schemas.openxmlformats.org/drawingml/2006/table">
            <a:tbl>
              <a:tblPr>
                <a:noFill/>
                <a:tableStyleId>{FD9EA8F1-F3C1-4F5E-87AB-E92E76008C01}</a:tableStyleId>
              </a:tblPr>
              <a:tblGrid>
                <a:gridCol w="529250"/>
                <a:gridCol w="1351425"/>
                <a:gridCol w="1533950"/>
                <a:gridCol w="1603675"/>
                <a:gridCol w="1324775"/>
                <a:gridCol w="1387650"/>
              </a:tblGrid>
              <a:tr h="457475">
                <a:tc>
                  <a:txBody>
                    <a:bodyPr/>
                    <a:lstStyle/>
                    <a:p>
                      <a:pPr indent="0" lvl="0" marL="0" marR="0" rtl="0" algn="ctr">
                        <a:spcBef>
                          <a:spcPts val="0"/>
                        </a:spcBef>
                        <a:spcAft>
                          <a:spcPts val="0"/>
                        </a:spcAft>
                        <a:buClr>
                          <a:schemeClr val="dk1"/>
                        </a:buClr>
                        <a:buSzPts val="1100"/>
                        <a:buFont typeface="Arial"/>
                        <a:buNone/>
                      </a:pPr>
                      <a:r>
                        <a:rPr b="1" lang="en-IN" sz="1100" u="none" cap="none" strike="noStrike"/>
                        <a:t>S. No.</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Author &amp; Year</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000" u="none" cap="none" strike="noStrike"/>
                        <a:t>Methods/Techniques Used</a:t>
                      </a:r>
                      <a:endParaRPr b="1" sz="10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Dataset Used</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 Research Outcomes</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Findings</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14775">
                <a:tc>
                  <a:txBody>
                    <a:bodyPr/>
                    <a:lstStyle/>
                    <a:p>
                      <a:pPr indent="0" lvl="0" marL="0" marR="0" rtl="0" algn="l">
                        <a:spcBef>
                          <a:spcPts val="0"/>
                        </a:spcBef>
                        <a:spcAft>
                          <a:spcPts val="0"/>
                        </a:spcAft>
                        <a:buClr>
                          <a:schemeClr val="dk1"/>
                        </a:buClr>
                        <a:buSzPts val="1000"/>
                        <a:buFont typeface="Arial"/>
                        <a:buNone/>
                      </a:pPr>
                      <a:r>
                        <a:rPr lang="en-IN" sz="1000"/>
                        <a:t>[</a:t>
                      </a:r>
                      <a:r>
                        <a:rPr lang="en-IN" sz="1000" u="none" cap="none" strike="noStrike"/>
                        <a:t>1]</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Jing Zhu et al. (2025)</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IN" sz="1000">
                          <a:solidFill>
                            <a:schemeClr val="dk1"/>
                          </a:solidFill>
                        </a:rPr>
                        <a:t>Feature Selection (PCA, Chi-square) + SVM, Logistic Regression</a:t>
                      </a:r>
                      <a:endParaRPr sz="10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sz="1000"/>
                        <a:t>Wisconsin Diagnostic Breast Cancer </a:t>
                      </a:r>
                      <a:endParaRPr sz="1000"/>
                    </a:p>
                    <a:p>
                      <a:pPr indent="0" lvl="0" marL="0" rtl="0" algn="l">
                        <a:spcBef>
                          <a:spcPts val="0"/>
                        </a:spcBef>
                        <a:spcAft>
                          <a:spcPts val="0"/>
                        </a:spcAft>
                        <a:buClr>
                          <a:schemeClr val="dk1"/>
                        </a:buClr>
                        <a:buSzPts val="1100"/>
                        <a:buFont typeface="Arial"/>
                        <a:buNone/>
                      </a:pPr>
                      <a:r>
                        <a:rPr lang="en-IN" sz="1000"/>
                        <a:t>(WDBC)</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IN" sz="1000"/>
                        <a:t>Accuracy: 94–96% F1 Score: 0.92 AUC: 0.95</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Clr>
                          <a:schemeClr val="dk1"/>
                        </a:buClr>
                        <a:buSzPts val="1100"/>
                        <a:buFont typeface="Arial"/>
                        <a:buNone/>
                      </a:pPr>
                      <a:r>
                        <a:rPr lang="en-IN" sz="1000"/>
                        <a:t>Feature selection improves model efficiency and accuracy; reduces dimensionality and computation cost</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98175">
                <a:tc>
                  <a:txBody>
                    <a:bodyPr/>
                    <a:lstStyle/>
                    <a:p>
                      <a:pPr indent="0" lvl="0" marL="0" marR="0" rtl="0" algn="l">
                        <a:lnSpc>
                          <a:spcPct val="100000"/>
                        </a:lnSpc>
                        <a:spcBef>
                          <a:spcPts val="0"/>
                        </a:spcBef>
                        <a:spcAft>
                          <a:spcPts val="0"/>
                        </a:spcAft>
                        <a:buClr>
                          <a:schemeClr val="dk1"/>
                        </a:buClr>
                        <a:buSzPts val="1000"/>
                        <a:buFont typeface="Arial"/>
                        <a:buNone/>
                      </a:pPr>
                      <a:r>
                        <a:rPr lang="en-IN" sz="1000">
                          <a:solidFill>
                            <a:schemeClr val="dk1"/>
                          </a:solidFill>
                        </a:rPr>
                        <a:t>[</a:t>
                      </a:r>
                      <a:r>
                        <a:rPr lang="en-IN" sz="1000" u="none" cap="none" strike="noStrike">
                          <a:solidFill>
                            <a:schemeClr val="dk1"/>
                          </a:solidFill>
                          <a:latin typeface="Arial"/>
                          <a:ea typeface="Arial"/>
                          <a:cs typeface="Arial"/>
                          <a:sym typeface="Arial"/>
                        </a:rPr>
                        <a:t>2]</a:t>
                      </a:r>
                      <a:endParaRPr sz="1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IN" sz="1000">
                          <a:solidFill>
                            <a:schemeClr val="dk1"/>
                          </a:solidFill>
                        </a:rPr>
                        <a:t>Sadia Safdar et al. (2022)</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Clr>
                          <a:schemeClr val="dk1"/>
                        </a:buClr>
                        <a:buSzPts val="1100"/>
                        <a:buFont typeface="Arial"/>
                        <a:buNone/>
                      </a:pPr>
                      <a:r>
                        <a:rPr lang="en-IN" sz="1000">
                          <a:solidFill>
                            <a:schemeClr val="dk1"/>
                          </a:solidFill>
                        </a:rPr>
                        <a:t>CNN-based deep learning on bio-imaging data, image preprocessing &amp; segmentation</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Clr>
                          <a:schemeClr val="dk1"/>
                        </a:buClr>
                        <a:buSzPts val="1100"/>
                        <a:buFont typeface="Arial"/>
                        <a:buNone/>
                      </a:pPr>
                      <a:r>
                        <a:rPr lang="en-IN" sz="1000">
                          <a:solidFill>
                            <a:schemeClr val="dk1"/>
                          </a:solidFill>
                        </a:rPr>
                        <a:t>MIAS / DDSM Mammogram Dataset</a:t>
                      </a:r>
                      <a:endParaRPr sz="10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IN" sz="1000"/>
                        <a:t>Accuracy: ~96% Sensitivity: 0.94 Specificity: 0.93</a:t>
                      </a:r>
                      <a:endParaRPr sz="1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IN" sz="1000"/>
                        <a:t>Deep learning on imaging data provides high accuracy but requires large datasets and high computational power</a:t>
                      </a:r>
                      <a:endParaRPr sz="1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32725">
                <a:tc>
                  <a:txBody>
                    <a:bodyPr/>
                    <a:lstStyle/>
                    <a:p>
                      <a:pPr indent="0" lvl="0" marL="0" marR="0" rtl="0" algn="l">
                        <a:lnSpc>
                          <a:spcPct val="100000"/>
                        </a:lnSpc>
                        <a:spcBef>
                          <a:spcPts val="0"/>
                        </a:spcBef>
                        <a:spcAft>
                          <a:spcPts val="0"/>
                        </a:spcAft>
                        <a:buNone/>
                      </a:pPr>
                      <a:r>
                        <a:rPr lang="en-IN" sz="1000">
                          <a:solidFill>
                            <a:schemeClr val="dk1"/>
                          </a:solidFill>
                        </a:rPr>
                        <a:t>[3]</a:t>
                      </a:r>
                      <a:endParaRPr sz="1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Mohammed Amine Naji et al.</a:t>
                      </a:r>
                      <a:endParaRPr sz="1000">
                        <a:solidFill>
                          <a:schemeClr val="dk1"/>
                        </a:solidFill>
                      </a:endParaRPr>
                    </a:p>
                    <a:p>
                      <a:pPr indent="0" lvl="0" marL="0" rtl="0" algn="l">
                        <a:spcBef>
                          <a:spcPts val="0"/>
                        </a:spcBef>
                        <a:spcAft>
                          <a:spcPts val="0"/>
                        </a:spcAft>
                        <a:buNone/>
                      </a:pPr>
                      <a:r>
                        <a:rPr lang="en-IN" sz="1000">
                          <a:solidFill>
                            <a:schemeClr val="dk1"/>
                          </a:solidFill>
                        </a:rPr>
                        <a:t>(2021)</a:t>
                      </a:r>
                      <a:endParaRPr sz="10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IN" sz="1000"/>
                        <a:t>Comparative ML models: SVM, KNN, Naïve Bayes, Decision Tree</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sz="1000">
                          <a:solidFill>
                            <a:schemeClr val="dk1"/>
                          </a:solidFill>
                        </a:rPr>
                        <a:t>Wisconsin Diagnostic Breast Cancer </a:t>
                      </a:r>
                      <a:endParaRPr sz="1000">
                        <a:solidFill>
                          <a:schemeClr val="dk1"/>
                        </a:solidFill>
                      </a:endParaRPr>
                    </a:p>
                    <a:p>
                      <a:pPr indent="0" lvl="0" marL="0" rtl="0" algn="l">
                        <a:spcBef>
                          <a:spcPts val="0"/>
                        </a:spcBef>
                        <a:spcAft>
                          <a:spcPts val="0"/>
                        </a:spcAft>
                        <a:buNone/>
                      </a:pPr>
                      <a:r>
                        <a:rPr lang="en-IN" sz="1000">
                          <a:solidFill>
                            <a:schemeClr val="dk1"/>
                          </a:solidFill>
                        </a:rPr>
                        <a:t>(WDBC)</a:t>
                      </a:r>
                      <a:endParaRPr sz="10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IN" sz="1000"/>
                        <a:t>SVM: ~95% </a:t>
                      </a:r>
                      <a:endParaRPr sz="1000"/>
                    </a:p>
                    <a:p>
                      <a:pPr indent="0" lvl="0" marL="0" marR="0" rtl="0" algn="l">
                        <a:spcBef>
                          <a:spcPts val="0"/>
                        </a:spcBef>
                        <a:spcAft>
                          <a:spcPts val="0"/>
                        </a:spcAft>
                        <a:buNone/>
                      </a:pPr>
                      <a:r>
                        <a:rPr lang="en-IN" sz="1000"/>
                        <a:t>KNN: ~92% </a:t>
                      </a:r>
                      <a:endParaRPr sz="1000"/>
                    </a:p>
                    <a:p>
                      <a:pPr indent="0" lvl="0" marL="0" marR="0" rtl="0" algn="l">
                        <a:spcBef>
                          <a:spcPts val="0"/>
                        </a:spcBef>
                        <a:spcAft>
                          <a:spcPts val="0"/>
                        </a:spcAft>
                        <a:buNone/>
                      </a:pPr>
                      <a:r>
                        <a:rPr lang="en-IN" sz="1000"/>
                        <a:t>Naïve Bayes: ~90%</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IN" sz="1000"/>
                        <a:t>SVM consistently outperforms others; model performance varies based on data preprocessing and feature selection</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23" name="Google Shape;223;p31"/>
          <p:cNvSpPr txBox="1"/>
          <p:nvPr/>
        </p:nvSpPr>
        <p:spPr>
          <a:xfrm>
            <a:off x="187174" y="351198"/>
            <a:ext cx="7263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IN" sz="1200" u="none" cap="none" strike="noStrike">
                <a:solidFill>
                  <a:schemeClr val="dk1"/>
                </a:solidFill>
                <a:latin typeface="Arial"/>
                <a:ea typeface="Arial"/>
                <a:cs typeface="Arial"/>
                <a:sym typeface="Arial"/>
              </a:rPr>
              <a:t>Table 1:Summary of Existing Approaches and Research Limitations</a:t>
            </a:r>
            <a:endParaRPr b="0" i="0" sz="18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2"/>
          <p:cNvSpPr txBox="1"/>
          <p:nvPr/>
        </p:nvSpPr>
        <p:spPr>
          <a:xfrm>
            <a:off x="107504" y="-61167"/>
            <a:ext cx="8290500" cy="412500"/>
          </a:xfrm>
          <a:prstGeom prst="rect">
            <a:avLst/>
          </a:prstGeom>
          <a:noFill/>
          <a:ln>
            <a:noFill/>
          </a:ln>
        </p:spPr>
        <p:txBody>
          <a:bodyPr anchorCtr="0" anchor="ctr" bIns="45000" lIns="90000" spcFirstLastPara="1" rIns="90000" wrap="square" tIns="45000">
            <a:normAutofit fontScale="25000" lnSpcReduction="20000"/>
          </a:bodyPr>
          <a:lstStyle/>
          <a:p>
            <a:pPr indent="0" lvl="0" marL="0" marR="0" rtl="0" algn="l">
              <a:lnSpc>
                <a:spcPct val="100000"/>
              </a:lnSpc>
              <a:spcBef>
                <a:spcPts val="0"/>
              </a:spcBef>
              <a:spcAft>
                <a:spcPts val="0"/>
              </a:spcAft>
              <a:buNone/>
            </a:pPr>
            <a:br>
              <a:rPr b="0" i="0" lang="en-IN" sz="1800" u="none" cap="none" strike="noStrike">
                <a:solidFill>
                  <a:schemeClr val="dk1"/>
                </a:solidFill>
                <a:latin typeface="Arial"/>
                <a:ea typeface="Arial"/>
                <a:cs typeface="Arial"/>
                <a:sym typeface="Arial"/>
              </a:rPr>
            </a:br>
            <a:r>
              <a:rPr b="1" i="0" lang="en-IN" sz="11200" u="none" cap="none" strike="noStrike">
                <a:solidFill>
                  <a:srgbClr val="572314"/>
                </a:solidFill>
                <a:latin typeface="Times New Roman"/>
                <a:ea typeface="Times New Roman"/>
                <a:cs typeface="Times New Roman"/>
                <a:sym typeface="Times New Roman"/>
              </a:rPr>
              <a:t>Literature Review</a:t>
            </a:r>
            <a:endParaRPr b="0" i="0" sz="1800" u="none" cap="none" strike="noStrike">
              <a:solidFill>
                <a:schemeClr val="dk1"/>
              </a:solidFill>
              <a:latin typeface="Arial"/>
              <a:ea typeface="Arial"/>
              <a:cs typeface="Arial"/>
              <a:sym typeface="Arial"/>
            </a:endParaRPr>
          </a:p>
        </p:txBody>
      </p:sp>
      <p:sp>
        <p:nvSpPr>
          <p:cNvPr id="230" name="Google Shape;230;p32"/>
          <p:cNvSpPr txBox="1"/>
          <p:nvPr/>
        </p:nvSpPr>
        <p:spPr>
          <a:xfrm>
            <a:off x="860900" y="1654000"/>
            <a:ext cx="8395200" cy="3609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0" marR="0" rtl="0" algn="l">
              <a:spcBef>
                <a:spcPts val="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82440" marR="0" rtl="0" algn="l">
              <a:lnSpc>
                <a:spcPct val="100000"/>
              </a:lnSpc>
              <a:spcBef>
                <a:spcPts val="601"/>
              </a:spcBef>
              <a:spcAft>
                <a:spcPts val="0"/>
              </a:spcAft>
              <a:buNone/>
            </a:pPr>
            <a:r>
              <a:t/>
            </a:r>
            <a:endParaRPr b="0" i="0" sz="2400" u="none" cap="none" strike="noStrike">
              <a:solidFill>
                <a:srgbClr val="000000"/>
              </a:solidFill>
              <a:latin typeface="Gill Sans"/>
              <a:ea typeface="Gill Sans"/>
              <a:cs typeface="Gill Sans"/>
              <a:sym typeface="Gill Sans"/>
            </a:endParaRPr>
          </a:p>
        </p:txBody>
      </p:sp>
      <p:sp>
        <p:nvSpPr>
          <p:cNvPr id="231" name="Google Shape;231;p32"/>
          <p:cNvSpPr txBox="1"/>
          <p:nvPr/>
        </p:nvSpPr>
        <p:spPr>
          <a:xfrm>
            <a:off x="8582995" y="468620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pic>
        <p:nvPicPr>
          <p:cNvPr id="232" name="Google Shape;232;p32"/>
          <p:cNvPicPr preferRelativeResize="0"/>
          <p:nvPr/>
        </p:nvPicPr>
        <p:blipFill rotWithShape="1">
          <a:blip r:embed="rId3">
            <a:alphaModFix/>
          </a:blip>
          <a:srcRect b="0" l="0" r="0" t="0"/>
          <a:stretch/>
        </p:blipFill>
        <p:spPr>
          <a:xfrm>
            <a:off x="8166976" y="0"/>
            <a:ext cx="977024" cy="915566"/>
          </a:xfrm>
          <a:prstGeom prst="rect">
            <a:avLst/>
          </a:prstGeom>
          <a:noFill/>
          <a:ln>
            <a:noFill/>
          </a:ln>
        </p:spPr>
      </p:pic>
      <p:graphicFrame>
        <p:nvGraphicFramePr>
          <p:cNvPr id="233" name="Google Shape;233;p32"/>
          <p:cNvGraphicFramePr/>
          <p:nvPr/>
        </p:nvGraphicFramePr>
        <p:xfrm>
          <a:off x="362538" y="673335"/>
          <a:ext cx="3000000" cy="3000000"/>
        </p:xfrm>
        <a:graphic>
          <a:graphicData uri="http://schemas.openxmlformats.org/drawingml/2006/table">
            <a:tbl>
              <a:tblPr>
                <a:noFill/>
                <a:tableStyleId>{FD9EA8F1-F3C1-4F5E-87AB-E92E76008C01}</a:tableStyleId>
              </a:tblPr>
              <a:tblGrid>
                <a:gridCol w="521900"/>
                <a:gridCol w="1279600"/>
                <a:gridCol w="1715575"/>
                <a:gridCol w="1297825"/>
                <a:gridCol w="1620225"/>
                <a:gridCol w="1369300"/>
              </a:tblGrid>
              <a:tr h="528700">
                <a:tc>
                  <a:txBody>
                    <a:bodyPr/>
                    <a:lstStyle/>
                    <a:p>
                      <a:pPr indent="0" lvl="0" marL="0" marR="0" rtl="0" algn="ctr">
                        <a:spcBef>
                          <a:spcPts val="0"/>
                        </a:spcBef>
                        <a:spcAft>
                          <a:spcPts val="0"/>
                        </a:spcAft>
                        <a:buClr>
                          <a:schemeClr val="dk1"/>
                        </a:buClr>
                        <a:buSzPts val="1100"/>
                        <a:buFont typeface="Arial"/>
                        <a:buNone/>
                      </a:pPr>
                      <a:r>
                        <a:rPr b="1" lang="en-IN" sz="1100" u="none" cap="none" strike="noStrike"/>
                        <a:t>S. No.</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Author &amp; Year</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Methods/Techniques Used</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Dataset Used</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 Research Outcomes</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Findings</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28200">
                <a:tc>
                  <a:txBody>
                    <a:bodyPr/>
                    <a:lstStyle/>
                    <a:p>
                      <a:pPr indent="0" lvl="0" marL="0" marR="0" rtl="0" algn="l">
                        <a:spcBef>
                          <a:spcPts val="0"/>
                        </a:spcBef>
                        <a:spcAft>
                          <a:spcPts val="0"/>
                        </a:spcAft>
                        <a:buClr>
                          <a:schemeClr val="dk1"/>
                        </a:buClr>
                        <a:buSzPts val="1000"/>
                        <a:buFont typeface="Arial"/>
                        <a:buNone/>
                      </a:pPr>
                      <a:r>
                        <a:rPr lang="en-IN" sz="1000"/>
                        <a:t>[4]</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Lucky Lhaura Van FC et al. </a:t>
                      </a:r>
                      <a:endParaRPr sz="1000"/>
                    </a:p>
                    <a:p>
                      <a:pPr indent="0" lvl="0" marL="0" rtl="0" algn="l">
                        <a:spcBef>
                          <a:spcPts val="0"/>
                        </a:spcBef>
                        <a:spcAft>
                          <a:spcPts val="0"/>
                        </a:spcAft>
                        <a:buNone/>
                      </a:pPr>
                      <a:r>
                        <a:rPr lang="en-IN" sz="1000"/>
                        <a:t>(2025)</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000">
                          <a:solidFill>
                            <a:schemeClr val="dk1"/>
                          </a:solidFill>
                        </a:rPr>
                        <a:t>Stacking Ensemble (SVM, Random Forest, Logistic Regression as base learners)</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Wisconsin Breast Cancer Dataset (WBCD)</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Accuracy: ~96–97% Improved generalization Reduced bias</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Stacking improves prediction performance by combining multiple models; more robust than single classifiers</a:t>
                      </a:r>
                      <a:endParaRPr sz="10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31075">
                <a:tc>
                  <a:txBody>
                    <a:bodyPr/>
                    <a:lstStyle/>
                    <a:p>
                      <a:pPr indent="0" lvl="0" marL="0" marR="0" rtl="0" algn="l">
                        <a:lnSpc>
                          <a:spcPct val="100000"/>
                        </a:lnSpc>
                        <a:spcBef>
                          <a:spcPts val="0"/>
                        </a:spcBef>
                        <a:spcAft>
                          <a:spcPts val="0"/>
                        </a:spcAft>
                        <a:buClr>
                          <a:schemeClr val="dk1"/>
                        </a:buClr>
                        <a:buSzPts val="1000"/>
                        <a:buFont typeface="Arial"/>
                        <a:buNone/>
                      </a:pPr>
                      <a:r>
                        <a:rPr lang="en-IN" sz="1000">
                          <a:solidFill>
                            <a:schemeClr val="dk1"/>
                          </a:solidFill>
                        </a:rPr>
                        <a:t>[5]</a:t>
                      </a:r>
                      <a:endParaRPr sz="1000" u="none" cap="none" strike="noStrike">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sz="1000"/>
                        <a:t>Sadia Safdar et al. </a:t>
                      </a:r>
                      <a:endParaRPr sz="1000"/>
                    </a:p>
                    <a:p>
                      <a:pPr indent="0" lvl="0" marL="0" rtl="0" algn="l">
                        <a:spcBef>
                          <a:spcPts val="0"/>
                        </a:spcBef>
                        <a:spcAft>
                          <a:spcPts val="0"/>
                        </a:spcAft>
                        <a:buNone/>
                      </a:pPr>
                      <a:r>
                        <a:rPr lang="en-IN" sz="1000"/>
                        <a:t>(2022)</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CNN-based deep learning with image preprocessing &amp; segmentation</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MIAS / DDSM Mammogram Dataset</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sz="1000">
                          <a:solidFill>
                            <a:schemeClr val="dk1"/>
                          </a:solidFill>
                        </a:rPr>
                        <a:t>Accuracy: ~96% </a:t>
                      </a:r>
                      <a:endParaRPr sz="1000">
                        <a:solidFill>
                          <a:schemeClr val="dk1"/>
                        </a:solidFill>
                      </a:endParaRPr>
                    </a:p>
                    <a:p>
                      <a:pPr indent="0" lvl="0" marL="0" rtl="0" algn="l">
                        <a:spcBef>
                          <a:spcPts val="0"/>
                        </a:spcBef>
                        <a:spcAft>
                          <a:spcPts val="0"/>
                        </a:spcAft>
                        <a:buClr>
                          <a:schemeClr val="dk1"/>
                        </a:buClr>
                        <a:buSzPts val="1100"/>
                        <a:buFont typeface="Arial"/>
                        <a:buNone/>
                      </a:pPr>
                      <a:r>
                        <a:rPr lang="en-IN" sz="1000">
                          <a:solidFill>
                            <a:schemeClr val="dk1"/>
                          </a:solidFill>
                        </a:rPr>
                        <a:t>Sensitivity: 0.94 </a:t>
                      </a:r>
                      <a:endParaRPr sz="1000">
                        <a:solidFill>
                          <a:schemeClr val="dk1"/>
                        </a:solidFill>
                      </a:endParaRPr>
                    </a:p>
                    <a:p>
                      <a:pPr indent="0" lvl="0" marL="0" rtl="0" algn="l">
                        <a:spcBef>
                          <a:spcPts val="0"/>
                        </a:spcBef>
                        <a:spcAft>
                          <a:spcPts val="0"/>
                        </a:spcAft>
                        <a:buClr>
                          <a:schemeClr val="dk1"/>
                        </a:buClr>
                        <a:buSzPts val="1100"/>
                        <a:buFont typeface="Arial"/>
                        <a:buNone/>
                      </a:pPr>
                      <a:r>
                        <a:rPr lang="en-IN" sz="1000">
                          <a:solidFill>
                            <a:schemeClr val="dk1"/>
                          </a:solidFill>
                        </a:rPr>
                        <a:t>Specificity: 0.93</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Clr>
                          <a:schemeClr val="dk1"/>
                        </a:buClr>
                        <a:buSzPts val="1100"/>
                        <a:buFont typeface="Arial"/>
                        <a:buNone/>
                      </a:pPr>
                      <a:r>
                        <a:rPr lang="en-IN" sz="1000">
                          <a:solidFill>
                            <a:schemeClr val="dk1"/>
                          </a:solidFill>
                        </a:rPr>
                        <a:t>CNN performs well on imaging data but requires large datasets and high computational resources</a:t>
                      </a:r>
                      <a:endParaRPr sz="10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35850">
                <a:tc>
                  <a:txBody>
                    <a:bodyPr/>
                    <a:lstStyle/>
                    <a:p>
                      <a:pPr indent="0" lvl="0" marL="0" marR="0" rtl="0" algn="l">
                        <a:lnSpc>
                          <a:spcPct val="100000"/>
                        </a:lnSpc>
                        <a:spcBef>
                          <a:spcPts val="0"/>
                        </a:spcBef>
                        <a:spcAft>
                          <a:spcPts val="0"/>
                        </a:spcAft>
                        <a:buNone/>
                      </a:pPr>
                      <a:r>
                        <a:rPr lang="en-IN" sz="1000">
                          <a:solidFill>
                            <a:schemeClr val="dk1"/>
                          </a:solidFill>
                        </a:rPr>
                        <a:t>[6]</a:t>
                      </a:r>
                      <a:endParaRPr sz="1000" u="none" cap="none" strike="noStrike">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Hanife Avci and Jale Karakaya </a:t>
                      </a:r>
                      <a:endParaRPr sz="1000"/>
                    </a:p>
                    <a:p>
                      <a:pPr indent="0" lvl="0" marL="0" rtl="0" algn="l">
                        <a:spcBef>
                          <a:spcPts val="0"/>
                        </a:spcBef>
                        <a:spcAft>
                          <a:spcPts val="0"/>
                        </a:spcAft>
                        <a:buNone/>
                      </a:pPr>
                      <a:r>
                        <a:rPr lang="en-IN" sz="1000"/>
                        <a:t>(2023)</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000">
                          <a:solidFill>
                            <a:schemeClr val="dk1"/>
                          </a:solidFill>
                        </a:rPr>
                        <a:t>Image enhancement + ML classification (contrast enhancement, filtering + SVM/CNN)</a:t>
                      </a:r>
                      <a:endParaRPr sz="10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IN" sz="1000"/>
                        <a:t>Mammography Image Dataset (MIAS)</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IN" sz="1000"/>
                        <a:t>Accuracy: ~95% </a:t>
                      </a:r>
                      <a:endParaRPr sz="1000"/>
                    </a:p>
                    <a:p>
                      <a:pPr indent="0" lvl="0" marL="0" marR="0" rtl="0" algn="l">
                        <a:spcBef>
                          <a:spcPts val="0"/>
                        </a:spcBef>
                        <a:spcAft>
                          <a:spcPts val="0"/>
                        </a:spcAft>
                        <a:buNone/>
                      </a:pPr>
                      <a:r>
                        <a:rPr lang="en-IN" sz="1000"/>
                        <a:t>Improved image quality</a:t>
                      </a:r>
                      <a:endParaRPr sz="1000"/>
                    </a:p>
                    <a:p>
                      <a:pPr indent="0" lvl="0" marL="0" marR="0" rtl="0" algn="l">
                        <a:spcBef>
                          <a:spcPts val="0"/>
                        </a:spcBef>
                        <a:spcAft>
                          <a:spcPts val="0"/>
                        </a:spcAft>
                        <a:buNone/>
                      </a:pPr>
                      <a:r>
                        <a:rPr lang="en-IN" sz="1000"/>
                        <a:t>better classification</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IN" sz="1000">
                          <a:solidFill>
                            <a:schemeClr val="dk1"/>
                          </a:solidFill>
                        </a:rPr>
                        <a:t>Preprocessing and image enhancement significantly improve detection accuracy in ML models</a:t>
                      </a:r>
                      <a:endParaRPr sz="10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34" name="Google Shape;234;p32"/>
          <p:cNvSpPr txBox="1"/>
          <p:nvPr/>
        </p:nvSpPr>
        <p:spPr>
          <a:xfrm>
            <a:off x="187174" y="351198"/>
            <a:ext cx="7263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IN" sz="1200" u="none" cap="none" strike="noStrike">
                <a:solidFill>
                  <a:schemeClr val="dk1"/>
                </a:solidFill>
                <a:latin typeface="Arial"/>
                <a:ea typeface="Arial"/>
                <a:cs typeface="Arial"/>
                <a:sym typeface="Arial"/>
              </a:rPr>
              <a:t>Table 1:Summary of Existing Approaches and Research Limitations</a:t>
            </a:r>
            <a:endParaRPr b="0" i="0" sz="18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3"/>
          <p:cNvSpPr txBox="1"/>
          <p:nvPr/>
        </p:nvSpPr>
        <p:spPr>
          <a:xfrm>
            <a:off x="107504" y="-61167"/>
            <a:ext cx="8290500" cy="412500"/>
          </a:xfrm>
          <a:prstGeom prst="rect">
            <a:avLst/>
          </a:prstGeom>
          <a:noFill/>
          <a:ln>
            <a:noFill/>
          </a:ln>
        </p:spPr>
        <p:txBody>
          <a:bodyPr anchorCtr="0" anchor="ctr" bIns="45000" lIns="90000" spcFirstLastPara="1" rIns="90000" wrap="square" tIns="45000">
            <a:normAutofit fontScale="25000" lnSpcReduction="20000"/>
          </a:bodyPr>
          <a:lstStyle/>
          <a:p>
            <a:pPr indent="0" lvl="0" marL="0" marR="0" rtl="0" algn="l">
              <a:lnSpc>
                <a:spcPct val="100000"/>
              </a:lnSpc>
              <a:spcBef>
                <a:spcPts val="0"/>
              </a:spcBef>
              <a:spcAft>
                <a:spcPts val="0"/>
              </a:spcAft>
              <a:buNone/>
            </a:pPr>
            <a:br>
              <a:rPr b="0" i="0" lang="en-IN" sz="1800" u="none" cap="none" strike="noStrike">
                <a:solidFill>
                  <a:schemeClr val="dk1"/>
                </a:solidFill>
                <a:latin typeface="Arial"/>
                <a:ea typeface="Arial"/>
                <a:cs typeface="Arial"/>
                <a:sym typeface="Arial"/>
              </a:rPr>
            </a:br>
            <a:r>
              <a:rPr b="1" i="0" lang="en-IN" sz="11200" u="none" cap="none" strike="noStrike">
                <a:solidFill>
                  <a:srgbClr val="572314"/>
                </a:solidFill>
                <a:latin typeface="Times New Roman"/>
                <a:ea typeface="Times New Roman"/>
                <a:cs typeface="Times New Roman"/>
                <a:sym typeface="Times New Roman"/>
              </a:rPr>
              <a:t>Literature Review</a:t>
            </a:r>
            <a:endParaRPr b="0" i="0" sz="1800" u="none" cap="none" strike="noStrike">
              <a:solidFill>
                <a:schemeClr val="dk1"/>
              </a:solidFill>
              <a:latin typeface="Arial"/>
              <a:ea typeface="Arial"/>
              <a:cs typeface="Arial"/>
              <a:sym typeface="Arial"/>
            </a:endParaRPr>
          </a:p>
        </p:txBody>
      </p:sp>
      <p:sp>
        <p:nvSpPr>
          <p:cNvPr id="241" name="Google Shape;241;p33"/>
          <p:cNvSpPr txBox="1"/>
          <p:nvPr/>
        </p:nvSpPr>
        <p:spPr>
          <a:xfrm>
            <a:off x="538350" y="1076610"/>
            <a:ext cx="8395200" cy="3609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0" marR="0" rtl="0" algn="l">
              <a:spcBef>
                <a:spcPts val="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82440" marR="0" rtl="0" algn="l">
              <a:lnSpc>
                <a:spcPct val="100000"/>
              </a:lnSpc>
              <a:spcBef>
                <a:spcPts val="601"/>
              </a:spcBef>
              <a:spcAft>
                <a:spcPts val="0"/>
              </a:spcAft>
              <a:buNone/>
            </a:pPr>
            <a:r>
              <a:t/>
            </a:r>
            <a:endParaRPr b="0" i="0" sz="2400" u="none" cap="none" strike="noStrike">
              <a:solidFill>
                <a:srgbClr val="000000"/>
              </a:solidFill>
              <a:latin typeface="Gill Sans"/>
              <a:ea typeface="Gill Sans"/>
              <a:cs typeface="Gill Sans"/>
              <a:sym typeface="Gill Sans"/>
            </a:endParaRPr>
          </a:p>
        </p:txBody>
      </p:sp>
      <p:sp>
        <p:nvSpPr>
          <p:cNvPr id="242" name="Google Shape;242;p33"/>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pic>
        <p:nvPicPr>
          <p:cNvPr id="243" name="Google Shape;243;p33"/>
          <p:cNvPicPr preferRelativeResize="0"/>
          <p:nvPr/>
        </p:nvPicPr>
        <p:blipFill rotWithShape="1">
          <a:blip r:embed="rId3">
            <a:alphaModFix/>
          </a:blip>
          <a:srcRect b="0" l="0" r="0" t="0"/>
          <a:stretch/>
        </p:blipFill>
        <p:spPr>
          <a:xfrm>
            <a:off x="8166976" y="0"/>
            <a:ext cx="977024" cy="915566"/>
          </a:xfrm>
          <a:prstGeom prst="rect">
            <a:avLst/>
          </a:prstGeom>
          <a:noFill/>
          <a:ln>
            <a:noFill/>
          </a:ln>
        </p:spPr>
      </p:pic>
      <p:graphicFrame>
        <p:nvGraphicFramePr>
          <p:cNvPr id="244" name="Google Shape;244;p33"/>
          <p:cNvGraphicFramePr/>
          <p:nvPr/>
        </p:nvGraphicFramePr>
        <p:xfrm>
          <a:off x="430275" y="703385"/>
          <a:ext cx="3000000" cy="3000000"/>
        </p:xfrm>
        <a:graphic>
          <a:graphicData uri="http://schemas.openxmlformats.org/drawingml/2006/table">
            <a:tbl>
              <a:tblPr>
                <a:noFill/>
                <a:tableStyleId>{FD9EA8F1-F3C1-4F5E-87AB-E92E76008C01}</a:tableStyleId>
              </a:tblPr>
              <a:tblGrid>
                <a:gridCol w="539400"/>
                <a:gridCol w="1306325"/>
                <a:gridCol w="1617000"/>
                <a:gridCol w="1309025"/>
                <a:gridCol w="1693250"/>
                <a:gridCol w="1275875"/>
              </a:tblGrid>
              <a:tr h="457475">
                <a:tc>
                  <a:txBody>
                    <a:bodyPr/>
                    <a:lstStyle/>
                    <a:p>
                      <a:pPr indent="0" lvl="0" marL="0" marR="0" rtl="0" algn="ctr">
                        <a:spcBef>
                          <a:spcPts val="0"/>
                        </a:spcBef>
                        <a:spcAft>
                          <a:spcPts val="0"/>
                        </a:spcAft>
                        <a:buClr>
                          <a:schemeClr val="dk1"/>
                        </a:buClr>
                        <a:buSzPts val="1100"/>
                        <a:buFont typeface="Arial"/>
                        <a:buNone/>
                      </a:pPr>
                      <a:r>
                        <a:rPr b="1" lang="en-IN" sz="1100" u="none" cap="none" strike="noStrike"/>
                        <a:t>S. No.</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Author &amp; Year</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Methods/Techniques Used</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Dataset Used</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 Research Outcomes</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Findings</a:t>
                      </a:r>
                      <a:endParaRPr sz="18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16975">
                <a:tc>
                  <a:txBody>
                    <a:bodyPr/>
                    <a:lstStyle/>
                    <a:p>
                      <a:pPr indent="0" lvl="0" marL="0" marR="0" rtl="0" algn="l">
                        <a:spcBef>
                          <a:spcPts val="0"/>
                        </a:spcBef>
                        <a:spcAft>
                          <a:spcPts val="0"/>
                        </a:spcAft>
                        <a:buClr>
                          <a:schemeClr val="dk1"/>
                        </a:buClr>
                        <a:buSzPts val="1000"/>
                        <a:buFont typeface="Arial"/>
                        <a:buNone/>
                      </a:pPr>
                      <a:r>
                        <a:rPr lang="en-IN" sz="1000"/>
                        <a:t>[7]</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sz="1000"/>
                        <a:t>Sweta Bhise et al.</a:t>
                      </a:r>
                      <a:endParaRPr sz="1000"/>
                    </a:p>
                    <a:p>
                      <a:pPr indent="0" lvl="0" marL="0" rtl="0" algn="l">
                        <a:spcBef>
                          <a:spcPts val="0"/>
                        </a:spcBef>
                        <a:spcAft>
                          <a:spcPts val="0"/>
                        </a:spcAft>
                        <a:buNone/>
                      </a:pPr>
                      <a:r>
                        <a:rPr lang="en-IN" sz="1000"/>
                        <a:t>(2021)</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SVM, Decision Tree, KNN (comparative analysis)</a:t>
                      </a:r>
                      <a:endParaRPr sz="10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Wisconsin Breast Cancer Dataset (WBCD)</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Accuracy: SVM ~95% KNN ~92% </a:t>
                      </a:r>
                      <a:endParaRPr sz="1000"/>
                    </a:p>
                    <a:p>
                      <a:pPr indent="0" lvl="0" marL="0" rtl="0" algn="l">
                        <a:spcBef>
                          <a:spcPts val="0"/>
                        </a:spcBef>
                        <a:spcAft>
                          <a:spcPts val="0"/>
                        </a:spcAft>
                        <a:buNone/>
                      </a:pPr>
                      <a:r>
                        <a:rPr lang="en-IN" sz="1000"/>
                        <a:t>Decision Tree ~90%</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SVM provides highest accuracy; performance varies with feature scaling and preprocessing</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8475">
                <a:tc>
                  <a:txBody>
                    <a:bodyPr/>
                    <a:lstStyle/>
                    <a:p>
                      <a:pPr indent="0" lvl="0" marL="0" marR="0" rtl="0" algn="l">
                        <a:lnSpc>
                          <a:spcPct val="100000"/>
                        </a:lnSpc>
                        <a:spcBef>
                          <a:spcPts val="0"/>
                        </a:spcBef>
                        <a:spcAft>
                          <a:spcPts val="0"/>
                        </a:spcAft>
                        <a:buClr>
                          <a:schemeClr val="dk1"/>
                        </a:buClr>
                        <a:buSzPts val="1000"/>
                        <a:buFont typeface="Arial"/>
                        <a:buNone/>
                      </a:pPr>
                      <a:r>
                        <a:rPr lang="en-IN" sz="1000">
                          <a:solidFill>
                            <a:schemeClr val="dk1"/>
                          </a:solidFill>
                        </a:rPr>
                        <a:t>[8]</a:t>
                      </a:r>
                      <a:endParaRPr sz="1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 Prerita Talwar et al.</a:t>
                      </a:r>
                      <a:endParaRPr sz="1000"/>
                    </a:p>
                    <a:p>
                      <a:pPr indent="0" lvl="0" marL="0" rtl="0" algn="l">
                        <a:spcBef>
                          <a:spcPts val="0"/>
                        </a:spcBef>
                        <a:spcAft>
                          <a:spcPts val="0"/>
                        </a:spcAft>
                        <a:buNone/>
                      </a:pPr>
                      <a:r>
                        <a:rPr lang="en-IN" sz="1000"/>
                        <a:t>(2021)</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IN" sz="1000">
                          <a:solidFill>
                            <a:schemeClr val="dk1"/>
                          </a:solidFill>
                        </a:rPr>
                        <a:t>Logistic Regression, Random Forest, Naïve Bayes</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Wisconsin Diagnostic Breast Cancer (WDBC)</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Random Forest: ~96%</a:t>
                      </a:r>
                      <a:endParaRPr sz="1000">
                        <a:solidFill>
                          <a:schemeClr val="dk1"/>
                        </a:solidFill>
                      </a:endParaRPr>
                    </a:p>
                    <a:p>
                      <a:pPr indent="0" lvl="0" marL="0" rtl="0" algn="l">
                        <a:spcBef>
                          <a:spcPts val="0"/>
                        </a:spcBef>
                        <a:spcAft>
                          <a:spcPts val="0"/>
                        </a:spcAft>
                        <a:buNone/>
                      </a:pPr>
                      <a:r>
                        <a:rPr lang="en-IN" sz="1000">
                          <a:solidFill>
                            <a:schemeClr val="dk1"/>
                          </a:solidFill>
                        </a:rPr>
                        <a:t>Logistic Regression: ~93% Naïve Bayes: ~91%</a:t>
                      </a:r>
                      <a:endParaRPr sz="10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Ensemble models outperform linear models; Random Forest shows better stability and accuracy</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23475">
                <a:tc>
                  <a:txBody>
                    <a:bodyPr/>
                    <a:lstStyle/>
                    <a:p>
                      <a:pPr indent="0" lvl="0" marL="0" marR="0" rtl="0" algn="l">
                        <a:lnSpc>
                          <a:spcPct val="100000"/>
                        </a:lnSpc>
                        <a:spcBef>
                          <a:spcPts val="0"/>
                        </a:spcBef>
                        <a:spcAft>
                          <a:spcPts val="0"/>
                        </a:spcAft>
                        <a:buNone/>
                      </a:pPr>
                      <a:r>
                        <a:rPr lang="en-IN" sz="1000">
                          <a:solidFill>
                            <a:schemeClr val="dk1"/>
                          </a:solidFill>
                        </a:rPr>
                        <a:t>[9]</a:t>
                      </a:r>
                      <a:endParaRPr sz="1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Arslan Khalid et al.</a:t>
                      </a:r>
                      <a:endParaRPr sz="1000"/>
                    </a:p>
                    <a:p>
                      <a:pPr indent="0" lvl="0" marL="0" rtl="0" algn="l">
                        <a:spcBef>
                          <a:spcPts val="0"/>
                        </a:spcBef>
                        <a:spcAft>
                          <a:spcPts val="0"/>
                        </a:spcAft>
                        <a:buNone/>
                      </a:pPr>
                      <a:r>
                        <a:rPr lang="en-IN" sz="1000"/>
                        <a:t>(2022)</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IN" sz="1000"/>
                        <a:t>Hybrid ML models, feature selection + classification (SVM, ANN)</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IN" sz="1000"/>
                        <a:t>WBCD / Clinical dataset</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IN" sz="1000"/>
                        <a:t>Accuracy: ~96–97% Improved precision with feature selection</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IN" sz="1000"/>
                        <a:t>Combining feature selection with ML improves diagnostic performance and reduces irrelevant data impact</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45" name="Google Shape;245;p33"/>
          <p:cNvSpPr txBox="1"/>
          <p:nvPr/>
        </p:nvSpPr>
        <p:spPr>
          <a:xfrm>
            <a:off x="187174" y="351198"/>
            <a:ext cx="7263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IN" sz="1200" u="none" cap="none" strike="noStrike">
                <a:solidFill>
                  <a:schemeClr val="dk1"/>
                </a:solidFill>
                <a:latin typeface="Arial"/>
                <a:ea typeface="Arial"/>
                <a:cs typeface="Arial"/>
                <a:sym typeface="Arial"/>
              </a:rPr>
              <a:t>Table 1:Summary of Existing Approaches and Research Limitations</a:t>
            </a:r>
            <a:endParaRPr b="0" i="0" sz="18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nvSpPr>
        <p:spPr>
          <a:xfrm>
            <a:off x="107504" y="-61167"/>
            <a:ext cx="8290500" cy="412500"/>
          </a:xfrm>
          <a:prstGeom prst="rect">
            <a:avLst/>
          </a:prstGeom>
          <a:noFill/>
          <a:ln>
            <a:noFill/>
          </a:ln>
        </p:spPr>
        <p:txBody>
          <a:bodyPr anchorCtr="0" anchor="ctr" bIns="45000" lIns="90000" spcFirstLastPara="1" rIns="90000" wrap="square" tIns="45000">
            <a:normAutofit fontScale="25000" lnSpcReduction="20000"/>
          </a:bodyPr>
          <a:lstStyle/>
          <a:p>
            <a:pPr indent="0" lvl="0" marL="0" marR="0" rtl="0" algn="l">
              <a:lnSpc>
                <a:spcPct val="100000"/>
              </a:lnSpc>
              <a:spcBef>
                <a:spcPts val="0"/>
              </a:spcBef>
              <a:spcAft>
                <a:spcPts val="0"/>
              </a:spcAft>
              <a:buNone/>
            </a:pPr>
            <a:br>
              <a:rPr b="0" i="0" lang="en-IN" sz="1800" u="none" cap="none" strike="noStrike">
                <a:solidFill>
                  <a:schemeClr val="dk1"/>
                </a:solidFill>
                <a:latin typeface="Arial"/>
                <a:ea typeface="Arial"/>
                <a:cs typeface="Arial"/>
                <a:sym typeface="Arial"/>
              </a:rPr>
            </a:br>
            <a:r>
              <a:rPr b="1" i="0" lang="en-IN" sz="11200" u="none" cap="none" strike="noStrike">
                <a:solidFill>
                  <a:srgbClr val="572314"/>
                </a:solidFill>
                <a:latin typeface="Times New Roman"/>
                <a:ea typeface="Times New Roman"/>
                <a:cs typeface="Times New Roman"/>
                <a:sym typeface="Times New Roman"/>
              </a:rPr>
              <a:t>Literature Review</a:t>
            </a:r>
            <a:endParaRPr b="0" i="0" sz="1800" u="none" cap="none" strike="noStrike">
              <a:solidFill>
                <a:schemeClr val="dk1"/>
              </a:solidFill>
              <a:latin typeface="Arial"/>
              <a:ea typeface="Arial"/>
              <a:cs typeface="Arial"/>
              <a:sym typeface="Arial"/>
            </a:endParaRPr>
          </a:p>
        </p:txBody>
      </p:sp>
      <p:sp>
        <p:nvSpPr>
          <p:cNvPr id="252" name="Google Shape;252;p34"/>
          <p:cNvSpPr txBox="1"/>
          <p:nvPr/>
        </p:nvSpPr>
        <p:spPr>
          <a:xfrm>
            <a:off x="538350" y="1076610"/>
            <a:ext cx="8395200" cy="3609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0" marR="0" rtl="0" algn="l">
              <a:spcBef>
                <a:spcPts val="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None/>
            </a:pPr>
            <a:r>
              <a:t/>
            </a:r>
            <a:endParaRPr b="0" i="0" sz="2400" u="none" cap="none" strike="noStrike">
              <a:solidFill>
                <a:srgbClr val="000000"/>
              </a:solidFill>
              <a:latin typeface="Gill Sans"/>
              <a:ea typeface="Gill Sans"/>
              <a:cs typeface="Gill Sans"/>
              <a:sym typeface="Gill Sans"/>
            </a:endParaRPr>
          </a:p>
          <a:p>
            <a:pPr indent="0" lvl="0" marL="82440" marR="0" rtl="0" algn="l">
              <a:lnSpc>
                <a:spcPct val="100000"/>
              </a:lnSpc>
              <a:spcBef>
                <a:spcPts val="601"/>
              </a:spcBef>
              <a:spcAft>
                <a:spcPts val="0"/>
              </a:spcAft>
              <a:buNone/>
            </a:pPr>
            <a:r>
              <a:t/>
            </a:r>
            <a:endParaRPr b="0" i="0" sz="2400" u="none" cap="none" strike="noStrike">
              <a:solidFill>
                <a:srgbClr val="000000"/>
              </a:solidFill>
              <a:latin typeface="Gill Sans"/>
              <a:ea typeface="Gill Sans"/>
              <a:cs typeface="Gill Sans"/>
              <a:sym typeface="Gill Sans"/>
            </a:endParaRPr>
          </a:p>
        </p:txBody>
      </p:sp>
      <p:sp>
        <p:nvSpPr>
          <p:cNvPr id="253" name="Google Shape;253;p34"/>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pic>
        <p:nvPicPr>
          <p:cNvPr id="254" name="Google Shape;254;p34"/>
          <p:cNvPicPr preferRelativeResize="0"/>
          <p:nvPr/>
        </p:nvPicPr>
        <p:blipFill rotWithShape="1">
          <a:blip r:embed="rId3">
            <a:alphaModFix/>
          </a:blip>
          <a:srcRect b="0" l="0" r="0" t="0"/>
          <a:stretch/>
        </p:blipFill>
        <p:spPr>
          <a:xfrm>
            <a:off x="8166976" y="0"/>
            <a:ext cx="977024" cy="915566"/>
          </a:xfrm>
          <a:prstGeom prst="rect">
            <a:avLst/>
          </a:prstGeom>
          <a:noFill/>
          <a:ln>
            <a:noFill/>
          </a:ln>
        </p:spPr>
      </p:pic>
      <p:graphicFrame>
        <p:nvGraphicFramePr>
          <p:cNvPr id="255" name="Google Shape;255;p34"/>
          <p:cNvGraphicFramePr/>
          <p:nvPr/>
        </p:nvGraphicFramePr>
        <p:xfrm>
          <a:off x="357450" y="677135"/>
          <a:ext cx="3000000" cy="3000000"/>
        </p:xfrm>
        <a:graphic>
          <a:graphicData uri="http://schemas.openxmlformats.org/drawingml/2006/table">
            <a:tbl>
              <a:tblPr>
                <a:noFill/>
                <a:tableStyleId>{FD9EA8F1-F3C1-4F5E-87AB-E92E76008C01}</a:tableStyleId>
              </a:tblPr>
              <a:tblGrid>
                <a:gridCol w="518600"/>
                <a:gridCol w="1113275"/>
                <a:gridCol w="1608675"/>
                <a:gridCol w="1681800"/>
                <a:gridCol w="1389325"/>
                <a:gridCol w="1455250"/>
              </a:tblGrid>
              <a:tr h="457950">
                <a:tc>
                  <a:txBody>
                    <a:bodyPr/>
                    <a:lstStyle/>
                    <a:p>
                      <a:pPr indent="0" lvl="0" marL="0" marR="0" rtl="0" algn="ctr">
                        <a:spcBef>
                          <a:spcPts val="0"/>
                        </a:spcBef>
                        <a:spcAft>
                          <a:spcPts val="0"/>
                        </a:spcAft>
                        <a:buClr>
                          <a:schemeClr val="dk1"/>
                        </a:buClr>
                        <a:buSzPts val="1100"/>
                        <a:buFont typeface="Arial"/>
                        <a:buNone/>
                      </a:pPr>
                      <a:r>
                        <a:rPr b="1" lang="en-IN" sz="1100" u="none" cap="none" strike="noStrike"/>
                        <a:t>S. No.</a:t>
                      </a:r>
                      <a:endParaRPr sz="11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Author &amp; Year</a:t>
                      </a:r>
                      <a:endParaRPr sz="11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Methods/Techniques Used</a:t>
                      </a:r>
                      <a:endParaRPr sz="11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Dataset Used</a:t>
                      </a:r>
                      <a:endParaRPr sz="11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 Research Outcomes</a:t>
                      </a:r>
                      <a:endParaRPr sz="11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b="1" lang="en-IN" sz="1100" u="none" cap="none" strike="noStrike"/>
                        <a:t>Findings</a:t>
                      </a:r>
                      <a:endParaRPr sz="1100" u="none" cap="none" strike="noStrike"/>
                    </a:p>
                  </a:txBody>
                  <a:tcPr marT="29025" marB="29025" marR="58050" marL="580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79450">
                <a:tc>
                  <a:txBody>
                    <a:bodyPr/>
                    <a:lstStyle/>
                    <a:p>
                      <a:pPr indent="0" lvl="0" marL="0" marR="0" rtl="0" algn="l">
                        <a:spcBef>
                          <a:spcPts val="0"/>
                        </a:spcBef>
                        <a:spcAft>
                          <a:spcPts val="0"/>
                        </a:spcAft>
                        <a:buClr>
                          <a:schemeClr val="dk1"/>
                        </a:buClr>
                        <a:buSzPts val="1000"/>
                        <a:buFont typeface="Arial"/>
                        <a:buNone/>
                      </a:pPr>
                      <a:r>
                        <a:rPr lang="en-IN" sz="1000"/>
                        <a:t>[10]</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sz="1000"/>
                        <a:t>Usman Naseem et al.</a:t>
                      </a:r>
                      <a:endParaRPr sz="1000"/>
                    </a:p>
                    <a:p>
                      <a:pPr indent="0" lvl="0" marL="0" rtl="0" algn="l">
                        <a:spcBef>
                          <a:spcPts val="0"/>
                        </a:spcBef>
                        <a:spcAft>
                          <a:spcPts val="0"/>
                        </a:spcAft>
                        <a:buClr>
                          <a:schemeClr val="dk1"/>
                        </a:buClr>
                        <a:buSzPts val="1100"/>
                        <a:buFont typeface="Arial"/>
                        <a:buNone/>
                      </a:pPr>
                      <a:r>
                        <a:rPr lang="en-IN" sz="1000"/>
                        <a:t>(2022)</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Ensemble learning (Voting/Boosting of SVM, Decision Tree, KNN)</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Wisconsin Breast Cancer Dataset (WBCD)</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Accuracy: ~97% Improved precision &amp; recall </a:t>
                      </a:r>
                      <a:endParaRPr sz="1000"/>
                    </a:p>
                    <a:p>
                      <a:pPr indent="0" lvl="0" marL="0" rtl="0" algn="l">
                        <a:spcBef>
                          <a:spcPts val="0"/>
                        </a:spcBef>
                        <a:spcAft>
                          <a:spcPts val="0"/>
                        </a:spcAft>
                        <a:buNone/>
                      </a:pPr>
                      <a:r>
                        <a:rPr lang="en-IN" sz="1000"/>
                        <a:t>Reduced false negatives</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Ensemble classifiers enhance diagnostic reliability and reduce misclassification compared to single models</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06325">
                <a:tc>
                  <a:txBody>
                    <a:bodyPr/>
                    <a:lstStyle/>
                    <a:p>
                      <a:pPr indent="0" lvl="0" marL="0" marR="0" rtl="0" algn="l">
                        <a:lnSpc>
                          <a:spcPct val="100000"/>
                        </a:lnSpc>
                        <a:spcBef>
                          <a:spcPts val="0"/>
                        </a:spcBef>
                        <a:spcAft>
                          <a:spcPts val="0"/>
                        </a:spcAft>
                        <a:buClr>
                          <a:schemeClr val="dk1"/>
                        </a:buClr>
                        <a:buSzPts val="1000"/>
                        <a:buFont typeface="Arial"/>
                        <a:buNone/>
                      </a:pPr>
                      <a:r>
                        <a:rPr lang="en-IN" sz="1000">
                          <a:solidFill>
                            <a:schemeClr val="dk1"/>
                          </a:solidFill>
                        </a:rPr>
                        <a:t>[11]</a:t>
                      </a:r>
                      <a:endParaRPr sz="1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sz="1000"/>
                        <a:t>Manav Mangukiya et al.</a:t>
                      </a:r>
                      <a:endParaRPr sz="1000"/>
                    </a:p>
                    <a:p>
                      <a:pPr indent="0" lvl="0" marL="0" rtl="0" algn="l">
                        <a:spcBef>
                          <a:spcPts val="0"/>
                        </a:spcBef>
                        <a:spcAft>
                          <a:spcPts val="0"/>
                        </a:spcAft>
                        <a:buNone/>
                      </a:pPr>
                      <a:r>
                        <a:rPr lang="en-IN" sz="1000"/>
                        <a:t>(2022)</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sz="1000">
                          <a:solidFill>
                            <a:schemeClr val="dk1"/>
                          </a:solidFill>
                        </a:rPr>
                        <a:t>SVM, Logistic Regression, KNN (baseline ML models)</a:t>
                      </a:r>
                      <a:endParaRPr sz="10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Wisconsin Diagnostic Breast Cancer (WDBC)</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Accuracy: </a:t>
                      </a:r>
                      <a:endParaRPr sz="1000">
                        <a:solidFill>
                          <a:schemeClr val="dk1"/>
                        </a:solidFill>
                      </a:endParaRPr>
                    </a:p>
                    <a:p>
                      <a:pPr indent="0" lvl="0" marL="0" rtl="0" algn="l">
                        <a:spcBef>
                          <a:spcPts val="0"/>
                        </a:spcBef>
                        <a:spcAft>
                          <a:spcPts val="0"/>
                        </a:spcAft>
                        <a:buNone/>
                      </a:pPr>
                      <a:r>
                        <a:rPr lang="en-IN" sz="1000">
                          <a:solidFill>
                            <a:schemeClr val="dk1"/>
                          </a:solidFill>
                        </a:rPr>
                        <a:t>SVM ~94%</a:t>
                      </a:r>
                      <a:endParaRPr sz="1000">
                        <a:solidFill>
                          <a:schemeClr val="dk1"/>
                        </a:solidFill>
                      </a:endParaRPr>
                    </a:p>
                    <a:p>
                      <a:pPr indent="0" lvl="0" marL="0" rtl="0" algn="l">
                        <a:spcBef>
                          <a:spcPts val="0"/>
                        </a:spcBef>
                        <a:spcAft>
                          <a:spcPts val="0"/>
                        </a:spcAft>
                        <a:buNone/>
                      </a:pPr>
                      <a:r>
                        <a:rPr lang="en-IN" sz="1000">
                          <a:solidFill>
                            <a:schemeClr val="dk1"/>
                          </a:solidFill>
                        </a:rPr>
                        <a:t>Logistic Regression ~92% </a:t>
                      </a:r>
                      <a:endParaRPr sz="1000">
                        <a:solidFill>
                          <a:schemeClr val="dk1"/>
                        </a:solidFill>
                      </a:endParaRPr>
                    </a:p>
                    <a:p>
                      <a:pPr indent="0" lvl="0" marL="0" rtl="0" algn="l">
                        <a:spcBef>
                          <a:spcPts val="0"/>
                        </a:spcBef>
                        <a:spcAft>
                          <a:spcPts val="0"/>
                        </a:spcAft>
                        <a:buNone/>
                      </a:pPr>
                      <a:r>
                        <a:rPr lang="en-IN" sz="1000">
                          <a:solidFill>
                            <a:schemeClr val="dk1"/>
                          </a:solidFill>
                        </a:rPr>
                        <a:t>KNN ~91%</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sz="1000">
                          <a:solidFill>
                            <a:schemeClr val="dk1"/>
                          </a:solidFill>
                        </a:rPr>
                        <a:t>Baseline ML models provide good accuracy; performance depends on proper preprocessing and feature scaling</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36200">
                <a:tc>
                  <a:txBody>
                    <a:bodyPr/>
                    <a:lstStyle/>
                    <a:p>
                      <a:pPr indent="0" lvl="0" marL="0" marR="0" rtl="0" algn="l">
                        <a:lnSpc>
                          <a:spcPct val="100000"/>
                        </a:lnSpc>
                        <a:spcBef>
                          <a:spcPts val="0"/>
                        </a:spcBef>
                        <a:spcAft>
                          <a:spcPts val="0"/>
                        </a:spcAft>
                        <a:buNone/>
                      </a:pPr>
                      <a:r>
                        <a:rPr lang="en-IN" sz="1000">
                          <a:solidFill>
                            <a:schemeClr val="dk1"/>
                          </a:solidFill>
                        </a:rPr>
                        <a:t>[12]</a:t>
                      </a:r>
                      <a:endParaRPr sz="10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sz="1000"/>
                        <a:t>Mukesh Kumar et al.</a:t>
                      </a:r>
                      <a:endParaRPr sz="1000"/>
                    </a:p>
                    <a:p>
                      <a:pPr indent="0" lvl="0" marL="0" rtl="0" algn="l">
                        <a:spcBef>
                          <a:spcPts val="0"/>
                        </a:spcBef>
                        <a:spcAft>
                          <a:spcPts val="0"/>
                        </a:spcAft>
                        <a:buClr>
                          <a:schemeClr val="dk1"/>
                        </a:buClr>
                        <a:buSzPts val="1100"/>
                        <a:buFont typeface="Arial"/>
                        <a:buNone/>
                      </a:pPr>
                      <a:r>
                        <a:rPr lang="en-IN" sz="1000"/>
                        <a:t>(2022)</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IN" sz="1000"/>
                        <a:t>Optimized Stacking Ensemble (Random Forest, SVM, Gradient Boosting)</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solidFill>
                            <a:schemeClr val="dk1"/>
                          </a:solidFill>
                        </a:rPr>
                        <a:t>Wisconsin Diagnostic Breast Cancer </a:t>
                      </a:r>
                      <a:endParaRPr sz="1000">
                        <a:solidFill>
                          <a:schemeClr val="dk1"/>
                        </a:solidFill>
                      </a:endParaRPr>
                    </a:p>
                    <a:p>
                      <a:pPr indent="0" lvl="0" marL="0" rtl="0" algn="l">
                        <a:spcBef>
                          <a:spcPts val="0"/>
                        </a:spcBef>
                        <a:spcAft>
                          <a:spcPts val="0"/>
                        </a:spcAft>
                        <a:buNone/>
                      </a:pPr>
                      <a:r>
                        <a:rPr lang="en-IN" sz="1000">
                          <a:solidFill>
                            <a:schemeClr val="dk1"/>
                          </a:solidFill>
                        </a:rPr>
                        <a:t>(WDBC)</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Accuracy: 99.45%</a:t>
                      </a:r>
                      <a:endParaRPr sz="1000"/>
                    </a:p>
                    <a:p>
                      <a:pPr indent="0" lvl="0" marL="0" rtl="0" algn="l">
                        <a:spcBef>
                          <a:spcPts val="0"/>
                        </a:spcBef>
                        <a:spcAft>
                          <a:spcPts val="0"/>
                        </a:spcAft>
                        <a:buNone/>
                      </a:pPr>
                      <a:r>
                        <a:rPr lang="en-IN" sz="1000"/>
                        <a:t>Precision: 0.99</a:t>
                      </a:r>
                      <a:endParaRPr sz="1000"/>
                    </a:p>
                    <a:p>
                      <a:pPr indent="0" lvl="0" marL="0" rtl="0" algn="l">
                        <a:spcBef>
                          <a:spcPts val="0"/>
                        </a:spcBef>
                        <a:spcAft>
                          <a:spcPts val="0"/>
                        </a:spcAft>
                        <a:buNone/>
                      </a:pPr>
                      <a:r>
                        <a:rPr lang="en-IN" sz="1000"/>
                        <a:t>Recall: 0.98</a:t>
                      </a:r>
                      <a:endParaRPr sz="1000"/>
                    </a:p>
                    <a:p>
                      <a:pPr indent="0" lvl="0" marL="0" rtl="0" algn="l">
                        <a:spcBef>
                          <a:spcPts val="0"/>
                        </a:spcBef>
                        <a:spcAft>
                          <a:spcPts val="0"/>
                        </a:spcAft>
                        <a:buNone/>
                      </a:pPr>
                      <a:r>
                        <a:rPr lang="en-IN" sz="1000"/>
                        <a:t>F-Measure: 0.99</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000"/>
                        <a:t>Optimized stacking significantly improves accuracy and robustness; effective for complex classification tasks</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56" name="Google Shape;256;p34"/>
          <p:cNvSpPr txBox="1"/>
          <p:nvPr/>
        </p:nvSpPr>
        <p:spPr>
          <a:xfrm>
            <a:off x="187174" y="351198"/>
            <a:ext cx="7263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IN" sz="1200" u="none" cap="none" strike="noStrike">
                <a:solidFill>
                  <a:schemeClr val="dk1"/>
                </a:solidFill>
                <a:latin typeface="Arial"/>
                <a:ea typeface="Arial"/>
                <a:cs typeface="Arial"/>
                <a:sym typeface="Arial"/>
              </a:rPr>
              <a:t>Table 1:Summary of Existing Approaches and Research Limitations</a:t>
            </a:r>
            <a:endParaRPr b="0" i="0" sz="18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nvSpPr>
        <p:spPr>
          <a:xfrm>
            <a:off x="480212" y="206010"/>
            <a:ext cx="8361928" cy="8569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IN" sz="2800" u="none" cap="none" strike="noStrike">
                <a:solidFill>
                  <a:srgbClr val="572314"/>
                </a:solidFill>
                <a:latin typeface="Times New Roman"/>
                <a:ea typeface="Times New Roman"/>
                <a:cs typeface="Times New Roman"/>
                <a:sym typeface="Times New Roman"/>
              </a:rPr>
              <a:t>Research Gap &amp; Improvements</a:t>
            </a:r>
            <a:endParaRPr/>
          </a:p>
        </p:txBody>
      </p:sp>
      <p:sp>
        <p:nvSpPr>
          <p:cNvPr id="262" name="Google Shape;262;p35"/>
          <p:cNvSpPr txBox="1"/>
          <p:nvPr/>
        </p:nvSpPr>
        <p:spPr>
          <a:xfrm>
            <a:off x="408771" y="915565"/>
            <a:ext cx="8504700" cy="36003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400"/>
              </a:spcBef>
              <a:spcAft>
                <a:spcPts val="0"/>
              </a:spcAft>
              <a:buNone/>
            </a:pPr>
            <a:r>
              <a:rPr b="1" lang="en-IN">
                <a:solidFill>
                  <a:schemeClr val="dk1"/>
                </a:solidFill>
                <a:latin typeface="Gill Sans"/>
                <a:ea typeface="Gill Sans"/>
                <a:cs typeface="Gill Sans"/>
                <a:sym typeface="Gill Sans"/>
              </a:rPr>
              <a:t>Research Gap</a:t>
            </a:r>
            <a:endParaRPr>
              <a:solidFill>
                <a:schemeClr val="dk1"/>
              </a:solidFill>
              <a:latin typeface="Gill Sans"/>
              <a:ea typeface="Gill Sans"/>
              <a:cs typeface="Gill Sans"/>
              <a:sym typeface="Gill Sans"/>
            </a:endParaRPr>
          </a:p>
          <a:p>
            <a:pPr indent="-317500" lvl="0" marL="457200" rtl="0" algn="l">
              <a:lnSpc>
                <a:spcPct val="115000"/>
              </a:lnSpc>
              <a:spcBef>
                <a:spcPts val="1200"/>
              </a:spcBef>
              <a:spcAft>
                <a:spcPts val="0"/>
              </a:spcAft>
              <a:buClr>
                <a:schemeClr val="dk1"/>
              </a:buClr>
              <a:buSzPts val="1400"/>
              <a:buFont typeface="Gill Sans"/>
              <a:buChar char="●"/>
            </a:pPr>
            <a:r>
              <a:rPr lang="en-IN">
                <a:solidFill>
                  <a:schemeClr val="dk1"/>
                </a:solidFill>
                <a:latin typeface="Gill Sans"/>
                <a:ea typeface="Gill Sans"/>
                <a:cs typeface="Gill Sans"/>
                <a:sym typeface="Gill Sans"/>
              </a:rPr>
              <a:t>Most studies evaluate models on a single data condition without systematically comparing raw, balanced, and augmented data. The impact of train-test split ratios is often overlooked, and interpretability techniques like SHAP are rarely integrated with comparative performance analysis.</a:t>
            </a:r>
            <a:endParaRPr>
              <a:solidFill>
                <a:schemeClr val="dk1"/>
              </a:solidFill>
              <a:latin typeface="Gill Sans"/>
              <a:ea typeface="Gill Sans"/>
              <a:cs typeface="Gill Sans"/>
              <a:sym typeface="Gill Sans"/>
            </a:endParaRPr>
          </a:p>
          <a:p>
            <a:pPr indent="-317500" lvl="0" marL="457200" rtl="0" algn="l">
              <a:lnSpc>
                <a:spcPct val="115000"/>
              </a:lnSpc>
              <a:spcBef>
                <a:spcPts val="0"/>
              </a:spcBef>
              <a:spcAft>
                <a:spcPts val="0"/>
              </a:spcAft>
              <a:buClr>
                <a:schemeClr val="dk1"/>
              </a:buClr>
              <a:buSzPts val="1400"/>
              <a:buFont typeface="Gill Sans"/>
              <a:buChar char="●"/>
            </a:pPr>
            <a:r>
              <a:rPr lang="en-IN">
                <a:solidFill>
                  <a:schemeClr val="dk1"/>
                </a:solidFill>
                <a:latin typeface="Gill Sans"/>
                <a:ea typeface="Gill Sans"/>
                <a:cs typeface="Gill Sans"/>
                <a:sym typeface="Gill Sans"/>
              </a:rPr>
              <a:t>Existing ensemble methods improve performance but often involve high complexity and lack proper optimization.</a:t>
            </a:r>
            <a:endParaRPr>
              <a:solidFill>
                <a:schemeClr val="dk1"/>
              </a:solidFill>
              <a:latin typeface="Gill Sans"/>
              <a:ea typeface="Gill Sans"/>
              <a:cs typeface="Gill Sans"/>
              <a:sym typeface="Gill Sans"/>
            </a:endParaRPr>
          </a:p>
          <a:p>
            <a:pPr indent="0" lvl="0" marL="0" rtl="0" algn="l">
              <a:lnSpc>
                <a:spcPct val="115000"/>
              </a:lnSpc>
              <a:spcBef>
                <a:spcPts val="1400"/>
              </a:spcBef>
              <a:spcAft>
                <a:spcPts val="0"/>
              </a:spcAft>
              <a:buNone/>
            </a:pPr>
            <a:r>
              <a:rPr b="1" lang="en-IN">
                <a:solidFill>
                  <a:schemeClr val="dk1"/>
                </a:solidFill>
                <a:latin typeface="Gill Sans"/>
                <a:ea typeface="Gill Sans"/>
                <a:cs typeface="Gill Sans"/>
                <a:sym typeface="Gill Sans"/>
              </a:rPr>
              <a:t>Proposed Improvements</a:t>
            </a:r>
            <a:endParaRPr b="1">
              <a:solidFill>
                <a:schemeClr val="dk1"/>
              </a:solidFill>
              <a:latin typeface="Gill Sans"/>
              <a:ea typeface="Gill Sans"/>
              <a:cs typeface="Gill Sans"/>
              <a:sym typeface="Gill Sans"/>
            </a:endParaRPr>
          </a:p>
          <a:p>
            <a:pPr indent="-317500" lvl="0" marL="457200" rtl="0" algn="l">
              <a:lnSpc>
                <a:spcPct val="115000"/>
              </a:lnSpc>
              <a:spcBef>
                <a:spcPts val="1200"/>
              </a:spcBef>
              <a:spcAft>
                <a:spcPts val="0"/>
              </a:spcAft>
              <a:buClr>
                <a:schemeClr val="dk1"/>
              </a:buClr>
              <a:buSzPts val="1400"/>
              <a:buFont typeface="Gill Sans"/>
              <a:buChar char="●"/>
            </a:pPr>
            <a:r>
              <a:rPr lang="en-IN">
                <a:solidFill>
                  <a:schemeClr val="dk1"/>
                </a:solidFill>
                <a:latin typeface="Gill Sans"/>
                <a:ea typeface="Gill Sans"/>
                <a:cs typeface="Gill Sans"/>
                <a:sym typeface="Gill Sans"/>
              </a:rPr>
              <a:t>Develop and compare four machine learning approaches — SVM, Random Forest, Stacking Ensemble, and an XGBoost-RF-SVM Voting Ensemble — with the Voting Ensemble achieving the highest accuracy of 99%</a:t>
            </a:r>
            <a:endParaRPr>
              <a:solidFill>
                <a:schemeClr val="dk1"/>
              </a:solidFill>
              <a:latin typeface="Gill Sans"/>
              <a:ea typeface="Gill Sans"/>
              <a:cs typeface="Gill Sans"/>
              <a:sym typeface="Gill Sans"/>
            </a:endParaRPr>
          </a:p>
          <a:p>
            <a:pPr indent="-317500" lvl="0" marL="457200" rtl="0" algn="l">
              <a:lnSpc>
                <a:spcPct val="115000"/>
              </a:lnSpc>
              <a:spcBef>
                <a:spcPts val="0"/>
              </a:spcBef>
              <a:spcAft>
                <a:spcPts val="0"/>
              </a:spcAft>
              <a:buClr>
                <a:schemeClr val="dk1"/>
              </a:buClr>
              <a:buSzPts val="1400"/>
              <a:buFont typeface="Gill Sans"/>
              <a:buChar char="●"/>
            </a:pPr>
            <a:r>
              <a:rPr lang="en-IN">
                <a:solidFill>
                  <a:schemeClr val="dk1"/>
                </a:solidFill>
                <a:latin typeface="Gill Sans"/>
                <a:ea typeface="Gill Sans"/>
                <a:cs typeface="Gill Sans"/>
                <a:sym typeface="Gill Sans"/>
              </a:rPr>
              <a:t>Apply feature selection and hyperparameter tuning to enhance efficiency and accuracy.</a:t>
            </a:r>
            <a:endParaRPr>
              <a:solidFill>
                <a:schemeClr val="dk1"/>
              </a:solidFill>
              <a:latin typeface="Gill Sans"/>
              <a:ea typeface="Gill Sans"/>
              <a:cs typeface="Gill Sans"/>
              <a:sym typeface="Gill Sans"/>
            </a:endParaRPr>
          </a:p>
          <a:p>
            <a:pPr indent="-317500" lvl="0" marL="457200" rtl="0" algn="l">
              <a:lnSpc>
                <a:spcPct val="115000"/>
              </a:lnSpc>
              <a:spcBef>
                <a:spcPts val="0"/>
              </a:spcBef>
              <a:spcAft>
                <a:spcPts val="0"/>
              </a:spcAft>
              <a:buClr>
                <a:schemeClr val="dk1"/>
              </a:buClr>
              <a:buSzPts val="1400"/>
              <a:buFont typeface="Gill Sans"/>
              <a:buChar char="●"/>
            </a:pPr>
            <a:r>
              <a:rPr lang="en-IN">
                <a:solidFill>
                  <a:schemeClr val="dk1"/>
                </a:solidFill>
                <a:latin typeface="Gill Sans"/>
                <a:ea typeface="Gill Sans"/>
                <a:cs typeface="Gill Sans"/>
                <a:sym typeface="Gill Sans"/>
              </a:rPr>
              <a:t>Build a model that achieves high accuracy with lower computational cost, making it suitable for real‑world clinical use.</a:t>
            </a:r>
            <a:endParaRPr>
              <a:solidFill>
                <a:schemeClr val="dk1"/>
              </a:solidFill>
              <a:latin typeface="Gill Sans"/>
              <a:ea typeface="Gill Sans"/>
              <a:cs typeface="Gill Sans"/>
              <a:sym typeface="Gill Sans"/>
            </a:endParaRPr>
          </a:p>
          <a:p>
            <a:pPr indent="-317500" lvl="0" marL="457200" rtl="0" algn="l">
              <a:lnSpc>
                <a:spcPct val="115000"/>
              </a:lnSpc>
              <a:spcBef>
                <a:spcPts val="0"/>
              </a:spcBef>
              <a:spcAft>
                <a:spcPts val="0"/>
              </a:spcAft>
              <a:buClr>
                <a:schemeClr val="dk1"/>
              </a:buClr>
              <a:buSzPts val="1400"/>
              <a:buFont typeface="Gill Sans"/>
              <a:buChar char="●"/>
            </a:pPr>
            <a:r>
              <a:rPr lang="en-IN">
                <a:solidFill>
                  <a:schemeClr val="dk1"/>
                </a:solidFill>
                <a:latin typeface="Gill Sans"/>
                <a:ea typeface="Gill Sans"/>
                <a:cs typeface="Gill Sans"/>
                <a:sym typeface="Gill Sans"/>
              </a:rPr>
              <a:t>Integrate SHAP (SHapley Additive exPlanations) for model interpretability to identify the most influential features in breast cancer classification</a:t>
            </a:r>
            <a:endParaRPr>
              <a:solidFill>
                <a:schemeClr val="dk1"/>
              </a:solidFill>
              <a:latin typeface="Gill Sans"/>
              <a:ea typeface="Gill Sans"/>
              <a:cs typeface="Gill Sans"/>
              <a:sym typeface="Gill Sans"/>
            </a:endParaRPr>
          </a:p>
        </p:txBody>
      </p:sp>
      <p:sp>
        <p:nvSpPr>
          <p:cNvPr id="263" name="Google Shape;263;p35"/>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64" name="Google Shape;264;p35"/>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6"/>
          <p:cNvSpPr txBox="1"/>
          <p:nvPr/>
        </p:nvSpPr>
        <p:spPr>
          <a:xfrm>
            <a:off x="480212" y="206010"/>
            <a:ext cx="8361900" cy="8571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IN" sz="2800" u="none" cap="none" strike="noStrike">
                <a:solidFill>
                  <a:srgbClr val="572314"/>
                </a:solidFill>
                <a:latin typeface="Times New Roman"/>
                <a:ea typeface="Times New Roman"/>
                <a:cs typeface="Times New Roman"/>
                <a:sym typeface="Times New Roman"/>
              </a:rPr>
              <a:t>Proposed Solution &amp; Architecture</a:t>
            </a:r>
            <a:endParaRPr/>
          </a:p>
        </p:txBody>
      </p:sp>
      <p:sp>
        <p:nvSpPr>
          <p:cNvPr id="271" name="Google Shape;271;p36"/>
          <p:cNvSpPr txBox="1"/>
          <p:nvPr/>
        </p:nvSpPr>
        <p:spPr>
          <a:xfrm>
            <a:off x="443696" y="980115"/>
            <a:ext cx="8504700" cy="36003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601"/>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272" name="Google Shape;272;p36"/>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73" name="Google Shape;273;p36"/>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
        <p:nvSpPr>
          <p:cNvPr id="274" name="Google Shape;274;p36"/>
          <p:cNvSpPr txBox="1"/>
          <p:nvPr/>
        </p:nvSpPr>
        <p:spPr>
          <a:xfrm>
            <a:off x="1049121" y="3917405"/>
            <a:ext cx="6408600" cy="1385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a:p>
            <a:pPr indent="0" lvl="0" marL="0" marR="0" rtl="0" algn="ctr">
              <a:spcBef>
                <a:spcPts val="0"/>
              </a:spcBef>
              <a:spcAft>
                <a:spcPts val="0"/>
              </a:spcAft>
              <a:buNone/>
            </a:pPr>
            <a:r>
              <a:rPr lang="en-IN" sz="1200">
                <a:solidFill>
                  <a:schemeClr val="dk1"/>
                </a:solidFill>
                <a:latin typeface="Arial"/>
                <a:ea typeface="Arial"/>
                <a:cs typeface="Arial"/>
                <a:sym typeface="Arial"/>
              </a:rPr>
              <a:t>Fig. 1: Workflow of the Proposed Model</a:t>
            </a:r>
            <a:endParaRPr sz="1200">
              <a:solidFill>
                <a:schemeClr val="dk1"/>
              </a:solidFill>
              <a:latin typeface="Arial"/>
              <a:ea typeface="Arial"/>
              <a:cs typeface="Arial"/>
              <a:sym typeface="Arial"/>
            </a:endParaRPr>
          </a:p>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grpSp>
        <p:nvGrpSpPr>
          <p:cNvPr id="275" name="Google Shape;275;p36"/>
          <p:cNvGrpSpPr/>
          <p:nvPr/>
        </p:nvGrpSpPr>
        <p:grpSpPr>
          <a:xfrm>
            <a:off x="1999475" y="966410"/>
            <a:ext cx="4507892" cy="3860023"/>
            <a:chOff x="-505368" y="74776"/>
            <a:chExt cx="3540600" cy="5679010"/>
          </a:xfrm>
        </p:grpSpPr>
        <p:cxnSp>
          <p:nvCxnSpPr>
            <p:cNvPr id="276" name="Google Shape;276;p36"/>
            <p:cNvCxnSpPr>
              <a:stCxn id="277" idx="3"/>
              <a:endCxn id="278" idx="0"/>
            </p:cNvCxnSpPr>
            <p:nvPr/>
          </p:nvCxnSpPr>
          <p:spPr>
            <a:xfrm>
              <a:off x="1264938" y="585376"/>
              <a:ext cx="0" cy="239700"/>
            </a:xfrm>
            <a:prstGeom prst="straightConnector1">
              <a:avLst/>
            </a:prstGeom>
            <a:noFill/>
            <a:ln cap="flat" cmpd="sng" w="9525">
              <a:solidFill>
                <a:srgbClr val="4F81BD"/>
              </a:solidFill>
              <a:prstDash val="solid"/>
              <a:round/>
              <a:headEnd len="sm" w="sm" type="none"/>
              <a:tailEnd len="med" w="med" type="triangle"/>
            </a:ln>
          </p:spPr>
        </p:cxnSp>
        <p:sp>
          <p:nvSpPr>
            <p:cNvPr id="278" name="Google Shape;278;p36"/>
            <p:cNvSpPr/>
            <p:nvPr/>
          </p:nvSpPr>
          <p:spPr>
            <a:xfrm>
              <a:off x="76640" y="825092"/>
              <a:ext cx="2376600" cy="555000"/>
            </a:xfrm>
            <a:prstGeom prst="rect">
              <a:avLst/>
            </a:prstGeom>
            <a:solidFill>
              <a:srgbClr val="FFFFFF"/>
            </a:solidFill>
            <a:ln cap="flat" cmpd="sng" w="26425">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4999"/>
                </a:lnSpc>
                <a:spcBef>
                  <a:spcPts val="0"/>
                </a:spcBef>
                <a:spcAft>
                  <a:spcPts val="0"/>
                </a:spcAft>
                <a:buClr>
                  <a:srgbClr val="000000"/>
                </a:buClr>
                <a:buSzPts val="1200"/>
                <a:buFont typeface="Arial"/>
                <a:buNone/>
              </a:pPr>
              <a:r>
                <a:rPr b="1" lang="en-IN" sz="1100">
                  <a:solidFill>
                    <a:schemeClr val="dk1"/>
                  </a:solidFill>
                </a:rPr>
                <a:t>Data Preprocessing</a:t>
              </a:r>
              <a:r>
                <a:rPr lang="en-IN" sz="1100">
                  <a:solidFill>
                    <a:schemeClr val="dk1"/>
                  </a:solidFill>
                </a:rPr>
                <a:t> </a:t>
              </a:r>
              <a:endParaRPr sz="1100">
                <a:solidFill>
                  <a:schemeClr val="dk1"/>
                </a:solidFill>
              </a:endParaRPr>
            </a:p>
            <a:p>
              <a:pPr indent="0" lvl="0" marL="0" marR="0" rtl="0" algn="ctr">
                <a:lnSpc>
                  <a:spcPct val="114999"/>
                </a:lnSpc>
                <a:spcBef>
                  <a:spcPts val="0"/>
                </a:spcBef>
                <a:spcAft>
                  <a:spcPts val="0"/>
                </a:spcAft>
                <a:buClr>
                  <a:srgbClr val="000000"/>
                </a:buClr>
                <a:buSzPts val="1200"/>
                <a:buFont typeface="Arial"/>
                <a:buNone/>
              </a:pPr>
              <a:r>
                <a:rPr lang="en-IN" sz="1100">
                  <a:solidFill>
                    <a:schemeClr val="dk1"/>
                  </a:solidFill>
                </a:rPr>
                <a:t>(scaling, balancing, augmentation) </a:t>
              </a:r>
              <a:endParaRPr b="0" i="0" sz="1200" u="none" cap="none" strike="noStrike">
                <a:solidFill>
                  <a:srgbClr val="000000"/>
                </a:solidFill>
                <a:latin typeface="Arial"/>
                <a:ea typeface="Arial"/>
                <a:cs typeface="Arial"/>
                <a:sym typeface="Arial"/>
              </a:endParaRPr>
            </a:p>
          </p:txBody>
        </p:sp>
        <p:cxnSp>
          <p:nvCxnSpPr>
            <p:cNvPr id="279" name="Google Shape;279;p36"/>
            <p:cNvCxnSpPr>
              <a:stCxn id="278" idx="2"/>
              <a:endCxn id="280" idx="0"/>
            </p:cNvCxnSpPr>
            <p:nvPr/>
          </p:nvCxnSpPr>
          <p:spPr>
            <a:xfrm>
              <a:off x="1264940" y="1380092"/>
              <a:ext cx="0" cy="239700"/>
            </a:xfrm>
            <a:prstGeom prst="straightConnector1">
              <a:avLst/>
            </a:prstGeom>
            <a:noFill/>
            <a:ln cap="flat" cmpd="sng" w="9525">
              <a:solidFill>
                <a:srgbClr val="4F81BD"/>
              </a:solidFill>
              <a:prstDash val="solid"/>
              <a:round/>
              <a:headEnd len="sm" w="sm" type="none"/>
              <a:tailEnd len="med" w="med" type="triangle"/>
            </a:ln>
          </p:spPr>
        </p:cxnSp>
        <p:sp>
          <p:nvSpPr>
            <p:cNvPr id="280" name="Google Shape;280;p36"/>
            <p:cNvSpPr/>
            <p:nvPr/>
          </p:nvSpPr>
          <p:spPr>
            <a:xfrm>
              <a:off x="58939" y="1619781"/>
              <a:ext cx="2412000" cy="1419900"/>
            </a:xfrm>
            <a:prstGeom prst="rect">
              <a:avLst/>
            </a:prstGeom>
            <a:solidFill>
              <a:srgbClr val="FFFFFF"/>
            </a:solidFill>
            <a:ln cap="flat" cmpd="sng" w="26425">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200"/>
                </a:spcBef>
                <a:spcAft>
                  <a:spcPts val="0"/>
                </a:spcAft>
                <a:buNone/>
              </a:pPr>
              <a:r>
                <a:t/>
              </a:r>
              <a:endParaRPr b="1" sz="1100">
                <a:solidFill>
                  <a:schemeClr val="dk1"/>
                </a:solidFill>
              </a:endParaRPr>
            </a:p>
            <a:p>
              <a:pPr indent="0" lvl="0" marL="0" rtl="0" algn="ctr">
                <a:lnSpc>
                  <a:spcPct val="100000"/>
                </a:lnSpc>
                <a:spcBef>
                  <a:spcPts val="200"/>
                </a:spcBef>
                <a:spcAft>
                  <a:spcPts val="0"/>
                </a:spcAft>
                <a:buNone/>
              </a:pPr>
              <a:r>
                <a:rPr b="1" lang="en-IN" sz="1100">
                  <a:solidFill>
                    <a:schemeClr val="dk1"/>
                  </a:solidFill>
                </a:rPr>
                <a:t>Model Training (Parallel Branches): </a:t>
              </a:r>
              <a:endParaRPr b="1" sz="1100">
                <a:solidFill>
                  <a:schemeClr val="dk1"/>
                </a:solidFill>
              </a:endParaRPr>
            </a:p>
            <a:p>
              <a:pPr indent="0" lvl="0" marL="0" rtl="0" algn="ctr">
                <a:lnSpc>
                  <a:spcPct val="100000"/>
                </a:lnSpc>
                <a:spcBef>
                  <a:spcPts val="200"/>
                </a:spcBef>
                <a:spcAft>
                  <a:spcPts val="0"/>
                </a:spcAft>
                <a:buNone/>
              </a:pPr>
              <a:r>
                <a:rPr b="1" lang="en-IN" sz="1100">
                  <a:solidFill>
                    <a:schemeClr val="dk1"/>
                  </a:solidFill>
                </a:rPr>
                <a:t>SVM</a:t>
              </a:r>
              <a:r>
                <a:rPr lang="en-IN" sz="1100">
                  <a:solidFill>
                    <a:schemeClr val="dk1"/>
                  </a:solidFill>
                </a:rPr>
                <a:t> → Linear, Polynomial, RBF kernels</a:t>
              </a:r>
              <a:endParaRPr sz="1100">
                <a:solidFill>
                  <a:schemeClr val="dk1"/>
                </a:solidFill>
              </a:endParaRPr>
            </a:p>
            <a:p>
              <a:pPr indent="0" lvl="0" marL="0" rtl="0" algn="ctr">
                <a:lnSpc>
                  <a:spcPct val="100000"/>
                </a:lnSpc>
                <a:spcBef>
                  <a:spcPts val="200"/>
                </a:spcBef>
                <a:spcAft>
                  <a:spcPts val="0"/>
                </a:spcAft>
                <a:buNone/>
              </a:pPr>
              <a:r>
                <a:rPr b="1" lang="en-IN" sz="1100">
                  <a:solidFill>
                    <a:schemeClr val="dk1"/>
                  </a:solidFill>
                </a:rPr>
                <a:t>Random Forest</a:t>
              </a:r>
              <a:r>
                <a:rPr lang="en-IN" sz="1100">
                  <a:solidFill>
                    <a:schemeClr val="dk1"/>
                  </a:solidFill>
                </a:rPr>
                <a:t> → Gini, Entropy criteria</a:t>
              </a:r>
              <a:endParaRPr sz="1100">
                <a:solidFill>
                  <a:schemeClr val="dk1"/>
                </a:solidFill>
              </a:endParaRPr>
            </a:p>
            <a:p>
              <a:pPr indent="0" lvl="0" marL="0" rtl="0" algn="ctr">
                <a:lnSpc>
                  <a:spcPct val="100000"/>
                </a:lnSpc>
                <a:spcBef>
                  <a:spcPts val="200"/>
                </a:spcBef>
                <a:spcAft>
                  <a:spcPts val="0"/>
                </a:spcAft>
                <a:buNone/>
              </a:pPr>
              <a:r>
                <a:rPr b="1" lang="en-IN" sz="1100">
                  <a:solidFill>
                    <a:schemeClr val="dk1"/>
                  </a:solidFill>
                </a:rPr>
                <a:t>SE </a:t>
              </a:r>
              <a:r>
                <a:rPr b="1" lang="en-IN" sz="1100">
                  <a:solidFill>
                    <a:schemeClr val="dk1"/>
                  </a:solidFill>
                </a:rPr>
                <a:t>Models</a:t>
              </a:r>
              <a:r>
                <a:rPr lang="en-IN" sz="1100">
                  <a:solidFill>
                    <a:schemeClr val="dk1"/>
                  </a:solidFill>
                </a:rPr>
                <a:t> → Linear, Tree variants</a:t>
              </a:r>
              <a:endParaRPr sz="1100">
                <a:solidFill>
                  <a:schemeClr val="dk1"/>
                </a:solidFill>
              </a:endParaRPr>
            </a:p>
            <a:p>
              <a:pPr indent="0" lvl="0" marL="0" rtl="0" algn="ctr">
                <a:spcBef>
                  <a:spcPts val="200"/>
                </a:spcBef>
                <a:spcAft>
                  <a:spcPts val="0"/>
                </a:spcAft>
                <a:buNone/>
              </a:pPr>
              <a:r>
                <a:rPr b="1" lang="en-IN" sz="1100">
                  <a:solidFill>
                    <a:schemeClr val="dk1"/>
                  </a:solidFill>
                </a:rPr>
                <a:t>Voting Ensemble </a:t>
              </a:r>
              <a:r>
                <a:rPr lang="en-IN" sz="1100">
                  <a:solidFill>
                    <a:schemeClr val="dk1"/>
                  </a:solidFill>
                </a:rPr>
                <a:t>(XGB+RF+SVM) </a:t>
              </a:r>
              <a:endParaRPr sz="1100">
                <a:solidFill>
                  <a:schemeClr val="dk1"/>
                </a:solidFill>
              </a:endParaRPr>
            </a:p>
            <a:p>
              <a:pPr indent="0" lvl="0" marL="0" marR="0" rtl="0" algn="ctr">
                <a:lnSpc>
                  <a:spcPct val="100000"/>
                </a:lnSpc>
                <a:spcBef>
                  <a:spcPts val="200"/>
                </a:spcBef>
                <a:spcAft>
                  <a:spcPts val="200"/>
                </a:spcAft>
                <a:buNone/>
              </a:pPr>
              <a:r>
                <a:t/>
              </a:r>
              <a:endParaRPr sz="1200"/>
            </a:p>
          </p:txBody>
        </p:sp>
        <p:cxnSp>
          <p:nvCxnSpPr>
            <p:cNvPr id="281" name="Google Shape;281;p36"/>
            <p:cNvCxnSpPr>
              <a:stCxn id="280" idx="2"/>
              <a:endCxn id="282" idx="0"/>
            </p:cNvCxnSpPr>
            <p:nvPr/>
          </p:nvCxnSpPr>
          <p:spPr>
            <a:xfrm>
              <a:off x="1264939" y="3039681"/>
              <a:ext cx="0" cy="228600"/>
            </a:xfrm>
            <a:prstGeom prst="straightConnector1">
              <a:avLst/>
            </a:prstGeom>
            <a:noFill/>
            <a:ln cap="flat" cmpd="sng" w="9525">
              <a:solidFill>
                <a:srgbClr val="4F81BD"/>
              </a:solidFill>
              <a:prstDash val="solid"/>
              <a:round/>
              <a:headEnd len="sm" w="sm" type="none"/>
              <a:tailEnd len="med" w="med" type="triangle"/>
            </a:ln>
          </p:spPr>
        </p:cxnSp>
        <p:sp>
          <p:nvSpPr>
            <p:cNvPr id="282" name="Google Shape;282;p36"/>
            <p:cNvSpPr/>
            <p:nvPr/>
          </p:nvSpPr>
          <p:spPr>
            <a:xfrm>
              <a:off x="-505368" y="3268376"/>
              <a:ext cx="3540600" cy="555000"/>
            </a:xfrm>
            <a:prstGeom prst="rect">
              <a:avLst/>
            </a:prstGeom>
            <a:solidFill>
              <a:srgbClr val="FFFFFF"/>
            </a:solidFill>
            <a:ln cap="flat" cmpd="sng" w="19050">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200"/>
                </a:spcBef>
                <a:spcAft>
                  <a:spcPts val="0"/>
                </a:spcAft>
                <a:buNone/>
              </a:pPr>
              <a:r>
                <a:rPr b="1" lang="en-IN" sz="1100">
                  <a:solidFill>
                    <a:schemeClr val="dk1"/>
                  </a:solidFill>
                </a:rPr>
                <a:t>Performance Evaluation</a:t>
              </a:r>
              <a:endParaRPr b="1" sz="1100">
                <a:solidFill>
                  <a:schemeClr val="dk1"/>
                </a:solidFill>
              </a:endParaRPr>
            </a:p>
            <a:p>
              <a:pPr indent="0" lvl="0" marL="0" rtl="0" algn="ctr">
                <a:lnSpc>
                  <a:spcPct val="100000"/>
                </a:lnSpc>
                <a:spcBef>
                  <a:spcPts val="200"/>
                </a:spcBef>
                <a:spcAft>
                  <a:spcPts val="200"/>
                </a:spcAft>
                <a:buNone/>
              </a:pPr>
              <a:r>
                <a:rPr lang="en-IN" sz="1100">
                  <a:solidFill>
                    <a:schemeClr val="dk1"/>
                  </a:solidFill>
                </a:rPr>
                <a:t>Metrics: Accuracy, Precision, Recall, F1‑Score, Specificity, AUC‑ROC</a:t>
              </a:r>
              <a:endParaRPr sz="1200"/>
            </a:p>
          </p:txBody>
        </p:sp>
        <p:sp>
          <p:nvSpPr>
            <p:cNvPr id="283" name="Google Shape;283;p36"/>
            <p:cNvSpPr/>
            <p:nvPr/>
          </p:nvSpPr>
          <p:spPr>
            <a:xfrm>
              <a:off x="7621" y="4070366"/>
              <a:ext cx="2514600" cy="801000"/>
            </a:xfrm>
            <a:prstGeom prst="rect">
              <a:avLst/>
            </a:prstGeom>
            <a:solidFill>
              <a:srgbClr val="FFFFFF"/>
            </a:solidFill>
            <a:ln cap="flat" cmpd="sng" w="26425">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200"/>
                </a:spcBef>
                <a:spcAft>
                  <a:spcPts val="0"/>
                </a:spcAft>
                <a:buClr>
                  <a:schemeClr val="dk1"/>
                </a:buClr>
                <a:buSzPts val="1100"/>
                <a:buFont typeface="Arial"/>
                <a:buNone/>
              </a:pPr>
              <a:r>
                <a:rPr b="1" lang="en-IN" sz="1100">
                  <a:solidFill>
                    <a:schemeClr val="dk1"/>
                  </a:solidFill>
                </a:rPr>
                <a:t>Comparison &amp; Analysis</a:t>
              </a:r>
              <a:endParaRPr b="1" sz="1100">
                <a:solidFill>
                  <a:schemeClr val="dk1"/>
                </a:solidFill>
              </a:endParaRPr>
            </a:p>
            <a:p>
              <a:pPr indent="0" lvl="0" marL="0" rtl="0" algn="ctr">
                <a:lnSpc>
                  <a:spcPct val="100000"/>
                </a:lnSpc>
                <a:spcBef>
                  <a:spcPts val="200"/>
                </a:spcBef>
                <a:spcAft>
                  <a:spcPts val="0"/>
                </a:spcAft>
                <a:buNone/>
              </a:pPr>
              <a:r>
                <a:rPr lang="en-IN" sz="1100">
                  <a:solidFill>
                    <a:schemeClr val="dk1"/>
                  </a:solidFill>
                </a:rPr>
                <a:t>Compare across kernels/criteria/splits</a:t>
              </a:r>
              <a:endParaRPr sz="1100">
                <a:solidFill>
                  <a:schemeClr val="dk1"/>
                </a:solidFill>
              </a:endParaRPr>
            </a:p>
            <a:p>
              <a:pPr indent="0" lvl="0" marL="0" rtl="0" algn="ctr">
                <a:lnSpc>
                  <a:spcPct val="100000"/>
                </a:lnSpc>
                <a:spcBef>
                  <a:spcPts val="200"/>
                </a:spcBef>
                <a:spcAft>
                  <a:spcPts val="200"/>
                </a:spcAft>
                <a:buNone/>
              </a:pPr>
              <a:r>
                <a:rPr lang="en-IN" sz="1100">
                  <a:solidFill>
                    <a:schemeClr val="dk1"/>
                  </a:solidFill>
                </a:rPr>
                <a:t>dentify best performing configuration</a:t>
              </a:r>
              <a:endParaRPr sz="1200"/>
            </a:p>
          </p:txBody>
        </p:sp>
        <p:sp>
          <p:nvSpPr>
            <p:cNvPr id="284" name="Google Shape;284;p36"/>
            <p:cNvSpPr/>
            <p:nvPr/>
          </p:nvSpPr>
          <p:spPr>
            <a:xfrm>
              <a:off x="295027" y="5118385"/>
              <a:ext cx="1939800" cy="635400"/>
            </a:xfrm>
            <a:prstGeom prst="rect">
              <a:avLst/>
            </a:prstGeom>
            <a:solidFill>
              <a:srgbClr val="FFFFFF"/>
            </a:solidFill>
            <a:ln cap="flat" cmpd="sng" w="26425">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200"/>
                </a:spcBef>
                <a:spcAft>
                  <a:spcPts val="0"/>
                </a:spcAft>
                <a:buNone/>
              </a:pPr>
              <a:r>
                <a:rPr b="1" lang="en-IN" sz="1100">
                  <a:solidFill>
                    <a:schemeClr val="dk1"/>
                  </a:solidFill>
                </a:rPr>
                <a:t>Final Outcome</a:t>
              </a:r>
              <a:endParaRPr b="1" sz="1100">
                <a:solidFill>
                  <a:schemeClr val="dk1"/>
                </a:solidFill>
              </a:endParaRPr>
            </a:p>
            <a:p>
              <a:pPr indent="0" lvl="0" marL="0" rtl="0" algn="ctr">
                <a:lnSpc>
                  <a:spcPct val="100000"/>
                </a:lnSpc>
                <a:spcBef>
                  <a:spcPts val="200"/>
                </a:spcBef>
                <a:spcAft>
                  <a:spcPts val="200"/>
                </a:spcAft>
                <a:buNone/>
              </a:pPr>
              <a:r>
                <a:rPr lang="en-IN" sz="1100">
                  <a:solidFill>
                    <a:schemeClr val="dk1"/>
                  </a:solidFill>
                </a:rPr>
                <a:t>Reliable prediction:Benign/Malignant</a:t>
              </a:r>
              <a:endParaRPr sz="1200"/>
            </a:p>
          </p:txBody>
        </p:sp>
        <p:cxnSp>
          <p:nvCxnSpPr>
            <p:cNvPr id="285" name="Google Shape;285;p36"/>
            <p:cNvCxnSpPr>
              <a:stCxn id="282" idx="2"/>
              <a:endCxn id="283" idx="0"/>
            </p:cNvCxnSpPr>
            <p:nvPr/>
          </p:nvCxnSpPr>
          <p:spPr>
            <a:xfrm>
              <a:off x="1264932" y="3823376"/>
              <a:ext cx="0" cy="246900"/>
            </a:xfrm>
            <a:prstGeom prst="straightConnector1">
              <a:avLst/>
            </a:prstGeom>
            <a:noFill/>
            <a:ln cap="flat" cmpd="sng" w="9525">
              <a:solidFill>
                <a:srgbClr val="4F81BD"/>
              </a:solidFill>
              <a:prstDash val="solid"/>
              <a:round/>
              <a:headEnd len="sm" w="sm" type="none"/>
              <a:tailEnd len="med" w="med" type="triangle"/>
            </a:ln>
          </p:spPr>
        </p:cxnSp>
        <p:sp>
          <p:nvSpPr>
            <p:cNvPr id="277" name="Google Shape;277;p36"/>
            <p:cNvSpPr/>
            <p:nvPr/>
          </p:nvSpPr>
          <p:spPr>
            <a:xfrm>
              <a:off x="459288" y="74776"/>
              <a:ext cx="1611300" cy="510600"/>
            </a:xfrm>
            <a:prstGeom prst="can">
              <a:avLst>
                <a:gd fmla="val 25000" name="adj"/>
              </a:avLst>
            </a:prstGeom>
            <a:solidFill>
              <a:srgbClr val="FFFFFF"/>
            </a:solidFill>
            <a:ln cap="flat" cmpd="sng" w="26425">
              <a:solidFill>
                <a:srgbClr val="F796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4999"/>
                </a:lnSpc>
                <a:spcBef>
                  <a:spcPts val="0"/>
                </a:spcBef>
                <a:spcAft>
                  <a:spcPts val="0"/>
                </a:spcAft>
                <a:buClr>
                  <a:srgbClr val="000000"/>
                </a:buClr>
                <a:buSzPts val="1200"/>
                <a:buFont typeface="Arial"/>
                <a:buNone/>
              </a:pPr>
              <a:r>
                <a:rPr lang="en-IN" sz="1200">
                  <a:solidFill>
                    <a:srgbClr val="000000"/>
                  </a:solidFill>
                </a:rPr>
                <a:t>WDBC dataset</a:t>
              </a:r>
              <a:endParaRPr b="0" i="0" sz="1200" u="none" cap="none" strike="noStrike">
                <a:solidFill>
                  <a:srgbClr val="000000"/>
                </a:solidFill>
                <a:latin typeface="Arial"/>
                <a:ea typeface="Arial"/>
                <a:cs typeface="Arial"/>
                <a:sym typeface="Arial"/>
              </a:endParaRPr>
            </a:p>
          </p:txBody>
        </p:sp>
        <p:cxnSp>
          <p:nvCxnSpPr>
            <p:cNvPr id="286" name="Google Shape;286;p36"/>
            <p:cNvCxnSpPr>
              <a:stCxn id="283" idx="2"/>
              <a:endCxn id="284" idx="0"/>
            </p:cNvCxnSpPr>
            <p:nvPr/>
          </p:nvCxnSpPr>
          <p:spPr>
            <a:xfrm>
              <a:off x="1264921" y="4871366"/>
              <a:ext cx="0" cy="246900"/>
            </a:xfrm>
            <a:prstGeom prst="straightConnector1">
              <a:avLst/>
            </a:prstGeom>
            <a:noFill/>
            <a:ln cap="flat" cmpd="sng" w="9525">
              <a:solidFill>
                <a:srgbClr val="4F81BD"/>
              </a:solidFill>
              <a:prstDash val="solid"/>
              <a:round/>
              <a:headEnd len="sm" w="sm" type="none"/>
              <a:tailEnd len="med" w="med" type="triangle"/>
            </a:ln>
          </p:spPr>
        </p:cxn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7"/>
          <p:cNvSpPr txBox="1"/>
          <p:nvPr/>
        </p:nvSpPr>
        <p:spPr>
          <a:xfrm>
            <a:off x="480212" y="-168483"/>
            <a:ext cx="8361900" cy="5535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i="0" lang="en-IN" sz="2800" u="none" cap="none" strike="noStrike">
                <a:solidFill>
                  <a:srgbClr val="572314"/>
                </a:solidFill>
                <a:latin typeface="Times New Roman"/>
                <a:ea typeface="Times New Roman"/>
                <a:cs typeface="Times New Roman"/>
                <a:sym typeface="Times New Roman"/>
              </a:rPr>
              <a:t>Proposed Solution &amp; Architecture		 cont.</a:t>
            </a:r>
            <a:endParaRPr b="1" i="0" sz="2800" u="none" cap="none" strike="noStrike">
              <a:solidFill>
                <a:srgbClr val="572314"/>
              </a:solidFill>
              <a:latin typeface="Times New Roman"/>
              <a:ea typeface="Times New Roman"/>
              <a:cs typeface="Times New Roman"/>
              <a:sym typeface="Times New Roman"/>
            </a:endParaRPr>
          </a:p>
        </p:txBody>
      </p:sp>
      <p:sp>
        <p:nvSpPr>
          <p:cNvPr id="293" name="Google Shape;293;p37"/>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94" name="Google Shape;294;p37"/>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
        <p:nvSpPr>
          <p:cNvPr id="295" name="Google Shape;295;p37"/>
          <p:cNvSpPr txBox="1"/>
          <p:nvPr/>
        </p:nvSpPr>
        <p:spPr>
          <a:xfrm>
            <a:off x="2993350" y="4570500"/>
            <a:ext cx="3150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100">
              <a:solidFill>
                <a:schemeClr val="dk1"/>
              </a:solidFill>
            </a:endParaRPr>
          </a:p>
          <a:p>
            <a:pPr indent="0" lvl="0" marL="0" marR="0" rtl="0" algn="ctr">
              <a:spcBef>
                <a:spcPts val="0"/>
              </a:spcBef>
              <a:spcAft>
                <a:spcPts val="0"/>
              </a:spcAft>
              <a:buNone/>
            </a:pPr>
            <a:r>
              <a:rPr b="0" i="0" lang="en-IN" sz="1100" u="none" cap="none" strike="noStrike">
                <a:solidFill>
                  <a:schemeClr val="dk1"/>
                </a:solidFill>
                <a:latin typeface="Arial"/>
                <a:ea typeface="Arial"/>
                <a:cs typeface="Arial"/>
                <a:sym typeface="Arial"/>
              </a:rPr>
              <a:t>Fig. </a:t>
            </a:r>
            <a:r>
              <a:rPr lang="en-IN" sz="1100">
                <a:solidFill>
                  <a:schemeClr val="dk1"/>
                </a:solidFill>
              </a:rPr>
              <a:t>2</a:t>
            </a:r>
            <a:r>
              <a:rPr b="0" i="0" lang="en-IN" sz="1100" u="none" cap="none" strike="noStrike">
                <a:solidFill>
                  <a:schemeClr val="dk1"/>
                </a:solidFill>
                <a:latin typeface="Arial"/>
                <a:ea typeface="Arial"/>
                <a:cs typeface="Arial"/>
                <a:sym typeface="Arial"/>
              </a:rPr>
              <a:t>: Schematic Model Diagram</a:t>
            </a:r>
            <a:endParaRPr b="0" i="0" sz="1800" u="none" cap="none" strike="noStrike">
              <a:solidFill>
                <a:schemeClr val="dk1"/>
              </a:solidFill>
              <a:latin typeface="Arial"/>
              <a:ea typeface="Arial"/>
              <a:cs typeface="Arial"/>
              <a:sym typeface="Arial"/>
            </a:endParaRPr>
          </a:p>
        </p:txBody>
      </p:sp>
      <p:sp>
        <p:nvSpPr>
          <p:cNvPr id="296" name="Google Shape;296;p37"/>
          <p:cNvSpPr/>
          <p:nvPr/>
        </p:nvSpPr>
        <p:spPr>
          <a:xfrm>
            <a:off x="143000" y="587963"/>
            <a:ext cx="1748100" cy="15396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l">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Clr>
                <a:schemeClr val="dk1"/>
              </a:buClr>
              <a:buSzPts val="1100"/>
              <a:buFont typeface="Arial"/>
              <a:buNone/>
            </a:pPr>
            <a:r>
              <a:rPr lang="en-IN" sz="1000"/>
              <a:t>WDBC Dataset</a:t>
            </a:r>
            <a:endParaRPr sz="1000"/>
          </a:p>
          <a:p>
            <a:pPr indent="0" lvl="0" marL="0" rtl="0" algn="ctr">
              <a:spcBef>
                <a:spcPts val="0"/>
              </a:spcBef>
              <a:spcAft>
                <a:spcPts val="0"/>
              </a:spcAft>
              <a:buNone/>
            </a:pPr>
            <a:r>
              <a:rPr lang="en-IN" sz="1000"/>
              <a:t>(569 samples, 30 features)</a:t>
            </a:r>
            <a:endParaRPr sz="1000"/>
          </a:p>
        </p:txBody>
      </p:sp>
      <p:sp>
        <p:nvSpPr>
          <p:cNvPr id="297" name="Google Shape;297;p37"/>
          <p:cNvSpPr/>
          <p:nvPr/>
        </p:nvSpPr>
        <p:spPr>
          <a:xfrm>
            <a:off x="2182938" y="587975"/>
            <a:ext cx="1801800" cy="15396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l">
              <a:spcBef>
                <a:spcPts val="0"/>
              </a:spcBef>
              <a:spcAft>
                <a:spcPts val="0"/>
              </a:spcAft>
              <a:buNone/>
            </a:pPr>
            <a:r>
              <a:t/>
            </a:r>
            <a:endParaRPr sz="1000"/>
          </a:p>
          <a:p>
            <a:pPr indent="0" lvl="0" marL="0" rtl="0" algn="ctr">
              <a:spcBef>
                <a:spcPts val="0"/>
              </a:spcBef>
              <a:spcAft>
                <a:spcPts val="0"/>
              </a:spcAft>
              <a:buClr>
                <a:schemeClr val="dk1"/>
              </a:buClr>
              <a:buSzPts val="1100"/>
              <a:buFont typeface="Arial"/>
              <a:buNone/>
            </a:pPr>
            <a:r>
              <a:rPr lang="en-IN" sz="1000"/>
              <a:t>Normalization, Balancing, Augmentation </a:t>
            </a:r>
            <a:endParaRPr sz="1000"/>
          </a:p>
          <a:p>
            <a:pPr indent="0" lvl="0" marL="0" rtl="0" algn="ctr">
              <a:spcBef>
                <a:spcPts val="0"/>
              </a:spcBef>
              <a:spcAft>
                <a:spcPts val="0"/>
              </a:spcAft>
              <a:buNone/>
            </a:pPr>
            <a:r>
              <a:t/>
            </a:r>
            <a:endParaRPr sz="1000"/>
          </a:p>
        </p:txBody>
      </p:sp>
      <p:sp>
        <p:nvSpPr>
          <p:cNvPr id="298" name="Google Shape;298;p37"/>
          <p:cNvSpPr/>
          <p:nvPr/>
        </p:nvSpPr>
        <p:spPr>
          <a:xfrm>
            <a:off x="4273650" y="571325"/>
            <a:ext cx="2389200" cy="15729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1"/>
              </a:solidFill>
            </a:endParaRPr>
          </a:p>
          <a:p>
            <a:pPr indent="0" lvl="0" marL="0" rtl="0" algn="ctr">
              <a:spcBef>
                <a:spcPts val="0"/>
              </a:spcBef>
              <a:spcAft>
                <a:spcPts val="0"/>
              </a:spcAft>
              <a:buNone/>
            </a:pPr>
            <a:r>
              <a:t/>
            </a:r>
            <a:endParaRPr sz="1000">
              <a:solidFill>
                <a:schemeClr val="dk1"/>
              </a:solidFill>
            </a:endParaRPr>
          </a:p>
          <a:p>
            <a:pPr indent="0" lvl="0" marL="0" rtl="0" algn="ctr">
              <a:spcBef>
                <a:spcPts val="0"/>
              </a:spcBef>
              <a:spcAft>
                <a:spcPts val="0"/>
              </a:spcAft>
              <a:buNone/>
            </a:pPr>
            <a:r>
              <a:t/>
            </a:r>
            <a:endParaRPr sz="1000">
              <a:solidFill>
                <a:schemeClr val="dk1"/>
              </a:solidFill>
            </a:endParaRPr>
          </a:p>
          <a:p>
            <a:pPr indent="0" lvl="0" marL="0" rtl="0" algn="ctr">
              <a:spcBef>
                <a:spcPts val="0"/>
              </a:spcBef>
              <a:spcAft>
                <a:spcPts val="0"/>
              </a:spcAft>
              <a:buNone/>
            </a:pPr>
            <a:r>
              <a:t/>
            </a:r>
            <a:endParaRPr sz="1000">
              <a:solidFill>
                <a:schemeClr val="dk1"/>
              </a:solidFill>
            </a:endParaRPr>
          </a:p>
          <a:p>
            <a:pPr indent="0" lvl="0" marL="0" rtl="0" algn="ctr">
              <a:spcBef>
                <a:spcPts val="0"/>
              </a:spcBef>
              <a:spcAft>
                <a:spcPts val="0"/>
              </a:spcAft>
              <a:buNone/>
            </a:pPr>
            <a:r>
              <a:t/>
            </a:r>
            <a:endParaRPr sz="1000">
              <a:solidFill>
                <a:schemeClr val="dk1"/>
              </a:solidFill>
            </a:endParaRPr>
          </a:p>
          <a:p>
            <a:pPr indent="0" lvl="0" marL="0" rtl="0" algn="ctr">
              <a:spcBef>
                <a:spcPts val="0"/>
              </a:spcBef>
              <a:spcAft>
                <a:spcPts val="0"/>
              </a:spcAft>
              <a:buNone/>
            </a:pPr>
            <a:r>
              <a:t/>
            </a:r>
            <a:endParaRPr sz="1000">
              <a:solidFill>
                <a:schemeClr val="dk1"/>
              </a:solidFill>
            </a:endParaRPr>
          </a:p>
          <a:p>
            <a:pPr indent="0" lvl="0" marL="0" rtl="0" algn="ctr">
              <a:spcBef>
                <a:spcPts val="0"/>
              </a:spcBef>
              <a:spcAft>
                <a:spcPts val="0"/>
              </a:spcAft>
              <a:buNone/>
            </a:pPr>
            <a:r>
              <a:rPr lang="en-IN" sz="1000">
                <a:solidFill>
                  <a:schemeClr val="dk1"/>
                </a:solidFill>
              </a:rPr>
              <a:t>SVM, Random Forest, SE </a:t>
            </a:r>
            <a:r>
              <a:rPr lang="en-IN" sz="1000">
                <a:solidFill>
                  <a:schemeClr val="dk1"/>
                </a:solidFill>
              </a:rPr>
              <a:t>Models</a:t>
            </a:r>
            <a:br>
              <a:rPr lang="en-IN" sz="1000">
                <a:solidFill>
                  <a:schemeClr val="dk1"/>
                </a:solidFill>
              </a:rPr>
            </a:br>
            <a:r>
              <a:rPr lang="en-IN" sz="1000">
                <a:solidFill>
                  <a:schemeClr val="dk1"/>
                </a:solidFill>
              </a:rPr>
              <a:t>XGBoost+RF+SVM Ensemble</a:t>
            </a:r>
            <a:endParaRPr/>
          </a:p>
        </p:txBody>
      </p:sp>
      <p:pic>
        <p:nvPicPr>
          <p:cNvPr descr="the database is an icon vector. Isolated contour symbol illustration (provided by Getty Images)" id="299" name="Google Shape;299;p37"/>
          <p:cNvPicPr preferRelativeResize="0"/>
          <p:nvPr/>
        </p:nvPicPr>
        <p:blipFill>
          <a:blip r:embed="rId4">
            <a:alphaModFix/>
          </a:blip>
          <a:stretch>
            <a:fillRect/>
          </a:stretch>
        </p:blipFill>
        <p:spPr>
          <a:xfrm>
            <a:off x="531963" y="632675"/>
            <a:ext cx="970173" cy="970173"/>
          </a:xfrm>
          <a:prstGeom prst="rect">
            <a:avLst/>
          </a:prstGeom>
          <a:noFill/>
          <a:ln>
            <a:noFill/>
          </a:ln>
        </p:spPr>
      </p:pic>
      <p:sp>
        <p:nvSpPr>
          <p:cNvPr id="300" name="Google Shape;300;p37"/>
          <p:cNvSpPr txBox="1"/>
          <p:nvPr/>
        </p:nvSpPr>
        <p:spPr>
          <a:xfrm>
            <a:off x="403850" y="2127563"/>
            <a:ext cx="1226400" cy="41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IN">
                <a:solidFill>
                  <a:schemeClr val="dk1"/>
                </a:solidFill>
                <a:latin typeface="Gill Sans"/>
                <a:ea typeface="Gill Sans"/>
                <a:cs typeface="Gill Sans"/>
                <a:sym typeface="Gill Sans"/>
              </a:rPr>
              <a:t>Input Dataset</a:t>
            </a:r>
            <a:endParaRPr>
              <a:solidFill>
                <a:schemeClr val="dk1"/>
              </a:solidFill>
              <a:latin typeface="Gill Sans"/>
              <a:ea typeface="Gill Sans"/>
              <a:cs typeface="Gill Sans"/>
              <a:sym typeface="Gill Sans"/>
            </a:endParaRPr>
          </a:p>
        </p:txBody>
      </p:sp>
      <p:sp>
        <p:nvSpPr>
          <p:cNvPr id="301" name="Google Shape;301;p37"/>
          <p:cNvSpPr txBox="1"/>
          <p:nvPr/>
        </p:nvSpPr>
        <p:spPr>
          <a:xfrm>
            <a:off x="2486150" y="2127575"/>
            <a:ext cx="1226400" cy="41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IN">
                <a:solidFill>
                  <a:schemeClr val="dk1"/>
                </a:solidFill>
                <a:latin typeface="Gill Sans"/>
                <a:ea typeface="Gill Sans"/>
                <a:cs typeface="Gill Sans"/>
                <a:sym typeface="Gill Sans"/>
              </a:rPr>
              <a:t>Preprocessing</a:t>
            </a:r>
            <a:endParaRPr>
              <a:solidFill>
                <a:schemeClr val="dk1"/>
              </a:solidFill>
              <a:latin typeface="Gill Sans"/>
              <a:ea typeface="Gill Sans"/>
              <a:cs typeface="Gill Sans"/>
              <a:sym typeface="Gill Sans"/>
            </a:endParaRPr>
          </a:p>
        </p:txBody>
      </p:sp>
      <p:sp>
        <p:nvSpPr>
          <p:cNvPr id="302" name="Google Shape;302;p37"/>
          <p:cNvSpPr txBox="1"/>
          <p:nvPr/>
        </p:nvSpPr>
        <p:spPr>
          <a:xfrm>
            <a:off x="4175100" y="2127325"/>
            <a:ext cx="2658600" cy="41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IN">
                <a:solidFill>
                  <a:schemeClr val="dk1"/>
                </a:solidFill>
                <a:latin typeface="Gill Sans"/>
                <a:ea typeface="Gill Sans"/>
                <a:cs typeface="Gill Sans"/>
                <a:sym typeface="Gill Sans"/>
              </a:rPr>
              <a:t>Model Training (Parallel Branches) </a:t>
            </a:r>
            <a:endParaRPr>
              <a:solidFill>
                <a:schemeClr val="dk1"/>
              </a:solidFill>
              <a:latin typeface="Gill Sans"/>
              <a:ea typeface="Gill Sans"/>
              <a:cs typeface="Gill Sans"/>
              <a:sym typeface="Gill Sans"/>
            </a:endParaRPr>
          </a:p>
        </p:txBody>
      </p:sp>
      <p:sp>
        <p:nvSpPr>
          <p:cNvPr id="303" name="Google Shape;303;p37"/>
          <p:cNvSpPr txBox="1"/>
          <p:nvPr/>
        </p:nvSpPr>
        <p:spPr>
          <a:xfrm>
            <a:off x="902000" y="4289225"/>
            <a:ext cx="2214900" cy="41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IN">
                <a:solidFill>
                  <a:schemeClr val="dk1"/>
                </a:solidFill>
                <a:latin typeface="Gill Sans"/>
                <a:ea typeface="Gill Sans"/>
                <a:cs typeface="Gill Sans"/>
                <a:sym typeface="Gill Sans"/>
              </a:rPr>
              <a:t>Performance Evaluation </a:t>
            </a:r>
            <a:endParaRPr>
              <a:solidFill>
                <a:schemeClr val="dk1"/>
              </a:solidFill>
              <a:latin typeface="Gill Sans"/>
              <a:ea typeface="Gill Sans"/>
              <a:cs typeface="Gill Sans"/>
              <a:sym typeface="Gill Sans"/>
            </a:endParaRPr>
          </a:p>
        </p:txBody>
      </p:sp>
      <p:pic>
        <p:nvPicPr>
          <p:cNvPr descr="Bike gear line and solid icon, bicycle details concept, Bicycle crank sign on white background, Bicycle gear icon in outline style for mobile concept and web design. Vector graphics. (provided by Getty Images)" id="304" name="Google Shape;304;p37"/>
          <p:cNvPicPr preferRelativeResize="0"/>
          <p:nvPr/>
        </p:nvPicPr>
        <p:blipFill rotWithShape="1">
          <a:blip r:embed="rId5">
            <a:alphaModFix/>
          </a:blip>
          <a:srcRect b="23465" l="0" r="0" t="21965"/>
          <a:stretch/>
        </p:blipFill>
        <p:spPr>
          <a:xfrm>
            <a:off x="2304075" y="632663"/>
            <a:ext cx="1559598" cy="851077"/>
          </a:xfrm>
          <a:prstGeom prst="rect">
            <a:avLst/>
          </a:prstGeom>
          <a:solidFill>
            <a:srgbClr val="CFE2F3"/>
          </a:solidFill>
          <a:ln>
            <a:noFill/>
          </a:ln>
        </p:spPr>
      </p:pic>
      <p:cxnSp>
        <p:nvCxnSpPr>
          <p:cNvPr id="305" name="Google Shape;305;p37"/>
          <p:cNvCxnSpPr>
            <a:stCxn id="296" idx="3"/>
            <a:endCxn id="297" idx="1"/>
          </p:cNvCxnSpPr>
          <p:nvPr/>
        </p:nvCxnSpPr>
        <p:spPr>
          <a:xfrm>
            <a:off x="1891100" y="1357763"/>
            <a:ext cx="291900" cy="0"/>
          </a:xfrm>
          <a:prstGeom prst="straightConnector1">
            <a:avLst/>
          </a:prstGeom>
          <a:noFill/>
          <a:ln cap="flat" cmpd="sng" w="9525">
            <a:solidFill>
              <a:schemeClr val="dk2"/>
            </a:solidFill>
            <a:prstDash val="solid"/>
            <a:round/>
            <a:headEnd len="med" w="med" type="none"/>
            <a:tailEnd len="med" w="med" type="triangle"/>
          </a:ln>
        </p:spPr>
      </p:cxnSp>
      <p:cxnSp>
        <p:nvCxnSpPr>
          <p:cNvPr id="306" name="Google Shape;306;p37"/>
          <p:cNvCxnSpPr>
            <a:stCxn id="297" idx="3"/>
            <a:endCxn id="298" idx="1"/>
          </p:cNvCxnSpPr>
          <p:nvPr/>
        </p:nvCxnSpPr>
        <p:spPr>
          <a:xfrm>
            <a:off x="3984738" y="1357775"/>
            <a:ext cx="288900" cy="0"/>
          </a:xfrm>
          <a:prstGeom prst="straightConnector1">
            <a:avLst/>
          </a:prstGeom>
          <a:noFill/>
          <a:ln cap="flat" cmpd="sng" w="9525">
            <a:solidFill>
              <a:schemeClr val="dk2"/>
            </a:solidFill>
            <a:prstDash val="solid"/>
            <a:round/>
            <a:headEnd len="med" w="med" type="none"/>
            <a:tailEnd len="med" w="med" type="triangle"/>
          </a:ln>
        </p:spPr>
      </p:cxnSp>
      <p:sp>
        <p:nvSpPr>
          <p:cNvPr id="307" name="Google Shape;307;p37"/>
          <p:cNvSpPr/>
          <p:nvPr/>
        </p:nvSpPr>
        <p:spPr>
          <a:xfrm>
            <a:off x="814850" y="2788800"/>
            <a:ext cx="2389200" cy="14652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IN" sz="1000"/>
              <a:t>Accuracy, Precision, Recall, F1‑Score, Specificity, AUC‑ROC </a:t>
            </a:r>
            <a:endParaRPr sz="1000"/>
          </a:p>
        </p:txBody>
      </p:sp>
      <p:sp>
        <p:nvSpPr>
          <p:cNvPr id="308" name="Google Shape;308;p37"/>
          <p:cNvSpPr/>
          <p:nvPr/>
        </p:nvSpPr>
        <p:spPr>
          <a:xfrm>
            <a:off x="3722738" y="2799425"/>
            <a:ext cx="2421600" cy="14547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Clr>
                <a:schemeClr val="dk1"/>
              </a:buClr>
              <a:buSzPts val="1100"/>
              <a:buFont typeface="Arial"/>
              <a:buNone/>
            </a:pPr>
            <a:r>
              <a:rPr lang="en-IN" sz="1000"/>
              <a:t>Cross‑kernel comparison across splits</a:t>
            </a:r>
            <a:endParaRPr sz="1000"/>
          </a:p>
          <a:p>
            <a:pPr indent="0" lvl="0" marL="0" rtl="0" algn="ctr">
              <a:spcBef>
                <a:spcPts val="0"/>
              </a:spcBef>
              <a:spcAft>
                <a:spcPts val="0"/>
              </a:spcAft>
              <a:buClr>
                <a:schemeClr val="dk1"/>
              </a:buClr>
              <a:buSzPts val="1100"/>
              <a:buFont typeface="Arial"/>
              <a:buNone/>
            </a:pPr>
            <a:r>
              <a:rPr lang="en-IN" sz="1000"/>
              <a:t>Identify best performing configuration</a:t>
            </a:r>
            <a:endParaRPr sz="1000"/>
          </a:p>
          <a:p>
            <a:pPr indent="0" lvl="0" marL="0" rtl="0" algn="l">
              <a:spcBef>
                <a:spcPts val="0"/>
              </a:spcBef>
              <a:spcAft>
                <a:spcPts val="0"/>
              </a:spcAft>
              <a:buNone/>
            </a:pPr>
            <a:r>
              <a:t/>
            </a:r>
            <a:endParaRPr sz="1000"/>
          </a:p>
        </p:txBody>
      </p:sp>
      <p:sp>
        <p:nvSpPr>
          <p:cNvPr id="309" name="Google Shape;309;p37"/>
          <p:cNvSpPr/>
          <p:nvPr/>
        </p:nvSpPr>
        <p:spPr>
          <a:xfrm>
            <a:off x="6662850" y="2799425"/>
            <a:ext cx="1986900" cy="1454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IN" sz="1000"/>
              <a:t>Benign / Malignant </a:t>
            </a:r>
            <a:endParaRPr sz="1000"/>
          </a:p>
        </p:txBody>
      </p:sp>
      <p:sp>
        <p:nvSpPr>
          <p:cNvPr id="310" name="Google Shape;310;p37"/>
          <p:cNvSpPr txBox="1"/>
          <p:nvPr/>
        </p:nvSpPr>
        <p:spPr>
          <a:xfrm>
            <a:off x="3935040" y="4241525"/>
            <a:ext cx="1900500" cy="41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IN">
                <a:solidFill>
                  <a:schemeClr val="dk1"/>
                </a:solidFill>
                <a:latin typeface="Gill Sans"/>
                <a:ea typeface="Gill Sans"/>
                <a:cs typeface="Gill Sans"/>
                <a:sym typeface="Gill Sans"/>
              </a:rPr>
              <a:t>Comparison &amp; Analysis </a:t>
            </a:r>
            <a:endParaRPr>
              <a:solidFill>
                <a:schemeClr val="dk1"/>
              </a:solidFill>
              <a:latin typeface="Gill Sans"/>
              <a:ea typeface="Gill Sans"/>
              <a:cs typeface="Gill Sans"/>
              <a:sym typeface="Gill Sans"/>
            </a:endParaRPr>
          </a:p>
        </p:txBody>
      </p:sp>
      <p:sp>
        <p:nvSpPr>
          <p:cNvPr id="311" name="Google Shape;311;p37"/>
          <p:cNvSpPr txBox="1"/>
          <p:nvPr/>
        </p:nvSpPr>
        <p:spPr>
          <a:xfrm>
            <a:off x="6873750" y="4241513"/>
            <a:ext cx="1748100" cy="41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IN">
                <a:solidFill>
                  <a:schemeClr val="dk1"/>
                </a:solidFill>
                <a:latin typeface="Gill Sans"/>
                <a:ea typeface="Gill Sans"/>
                <a:cs typeface="Gill Sans"/>
                <a:sym typeface="Gill Sans"/>
              </a:rPr>
              <a:t>Final Prediction </a:t>
            </a:r>
            <a:endParaRPr>
              <a:solidFill>
                <a:schemeClr val="dk1"/>
              </a:solidFill>
              <a:latin typeface="Gill Sans"/>
              <a:ea typeface="Gill Sans"/>
              <a:cs typeface="Gill Sans"/>
              <a:sym typeface="Gill Sans"/>
            </a:endParaRPr>
          </a:p>
        </p:txBody>
      </p:sp>
      <p:pic>
        <p:nvPicPr>
          <p:cNvPr descr="paper napkin vector icon. Isolated contour symbol illustration (provided by Getty Images)" id="312" name="Google Shape;312;p37"/>
          <p:cNvPicPr preferRelativeResize="0"/>
          <p:nvPr/>
        </p:nvPicPr>
        <p:blipFill rotWithShape="1">
          <a:blip r:embed="rId6">
            <a:alphaModFix/>
          </a:blip>
          <a:srcRect b="17426" l="17169" r="16972" t="16515"/>
          <a:stretch/>
        </p:blipFill>
        <p:spPr>
          <a:xfrm>
            <a:off x="4429675" y="2846063"/>
            <a:ext cx="918226" cy="920991"/>
          </a:xfrm>
          <a:prstGeom prst="rect">
            <a:avLst/>
          </a:prstGeom>
          <a:noFill/>
          <a:ln>
            <a:noFill/>
          </a:ln>
        </p:spPr>
      </p:pic>
      <p:pic>
        <p:nvPicPr>
          <p:cNvPr descr="direction (provided by Getty Images)" id="313" name="Google Shape;313;p37"/>
          <p:cNvPicPr preferRelativeResize="0"/>
          <p:nvPr/>
        </p:nvPicPr>
        <p:blipFill rotWithShape="1">
          <a:blip r:embed="rId7">
            <a:alphaModFix/>
          </a:blip>
          <a:srcRect b="12920" l="8184" r="6833" t="12697"/>
          <a:stretch/>
        </p:blipFill>
        <p:spPr>
          <a:xfrm>
            <a:off x="4855050" y="712612"/>
            <a:ext cx="1226399" cy="932301"/>
          </a:xfrm>
          <a:prstGeom prst="rect">
            <a:avLst/>
          </a:prstGeom>
          <a:solidFill>
            <a:srgbClr val="D9D2E9"/>
          </a:solidFill>
          <a:ln>
            <a:noFill/>
          </a:ln>
        </p:spPr>
      </p:pic>
      <p:cxnSp>
        <p:nvCxnSpPr>
          <p:cNvPr id="314" name="Google Shape;314;p37"/>
          <p:cNvCxnSpPr>
            <a:stCxn id="307" idx="3"/>
            <a:endCxn id="308" idx="1"/>
          </p:cNvCxnSpPr>
          <p:nvPr/>
        </p:nvCxnSpPr>
        <p:spPr>
          <a:xfrm>
            <a:off x="3204050" y="3521400"/>
            <a:ext cx="518700" cy="5400"/>
          </a:xfrm>
          <a:prstGeom prst="straightConnector1">
            <a:avLst/>
          </a:prstGeom>
          <a:noFill/>
          <a:ln cap="flat" cmpd="sng" w="9525">
            <a:solidFill>
              <a:schemeClr val="dk2"/>
            </a:solidFill>
            <a:prstDash val="solid"/>
            <a:round/>
            <a:headEnd len="med" w="med" type="none"/>
            <a:tailEnd len="med" w="med" type="triangle"/>
          </a:ln>
        </p:spPr>
      </p:cxnSp>
      <p:cxnSp>
        <p:nvCxnSpPr>
          <p:cNvPr id="315" name="Google Shape;315;p37"/>
          <p:cNvCxnSpPr>
            <a:stCxn id="308" idx="3"/>
            <a:endCxn id="309" idx="1"/>
          </p:cNvCxnSpPr>
          <p:nvPr/>
        </p:nvCxnSpPr>
        <p:spPr>
          <a:xfrm>
            <a:off x="6144338" y="3526775"/>
            <a:ext cx="518400" cy="0"/>
          </a:xfrm>
          <a:prstGeom prst="straightConnector1">
            <a:avLst/>
          </a:prstGeom>
          <a:noFill/>
          <a:ln cap="flat" cmpd="sng" w="9525">
            <a:solidFill>
              <a:schemeClr val="dk2"/>
            </a:solidFill>
            <a:prstDash val="solid"/>
            <a:round/>
            <a:headEnd len="med" w="med" type="none"/>
            <a:tailEnd len="med" w="med" type="triangle"/>
          </a:ln>
        </p:spPr>
      </p:cxnSp>
      <p:cxnSp>
        <p:nvCxnSpPr>
          <p:cNvPr id="316" name="Google Shape;316;p37"/>
          <p:cNvCxnSpPr>
            <a:stCxn id="298" idx="3"/>
            <a:endCxn id="307" idx="0"/>
          </p:cNvCxnSpPr>
          <p:nvPr/>
        </p:nvCxnSpPr>
        <p:spPr>
          <a:xfrm flipH="1">
            <a:off x="2009550" y="1357775"/>
            <a:ext cx="4653300" cy="1431000"/>
          </a:xfrm>
          <a:prstGeom prst="bentConnector4">
            <a:avLst>
              <a:gd fmla="val -7322" name="adj1"/>
              <a:gd fmla="val 85432" name="adj2"/>
            </a:avLst>
          </a:prstGeom>
          <a:noFill/>
          <a:ln cap="flat" cmpd="sng" w="9525">
            <a:solidFill>
              <a:schemeClr val="dk2"/>
            </a:solidFill>
            <a:prstDash val="solid"/>
            <a:round/>
            <a:headEnd len="med" w="med" type="none"/>
            <a:tailEnd len="med" w="med" type="triangle"/>
          </a:ln>
        </p:spPr>
      </p:cxnSp>
      <p:pic>
        <p:nvPicPr>
          <p:cNvPr id="317" name="Google Shape;317;p37"/>
          <p:cNvPicPr preferRelativeResize="0"/>
          <p:nvPr/>
        </p:nvPicPr>
        <p:blipFill>
          <a:blip r:embed="rId8">
            <a:alphaModFix/>
          </a:blip>
          <a:stretch>
            <a:fillRect/>
          </a:stretch>
        </p:blipFill>
        <p:spPr>
          <a:xfrm>
            <a:off x="1135401" y="2883202"/>
            <a:ext cx="1748101" cy="963498"/>
          </a:xfrm>
          <a:prstGeom prst="rect">
            <a:avLst/>
          </a:prstGeom>
          <a:noFill/>
          <a:ln>
            <a:noFill/>
          </a:ln>
        </p:spPr>
      </p:pic>
      <p:pic>
        <p:nvPicPr>
          <p:cNvPr id="318" name="Google Shape;318;p37"/>
          <p:cNvPicPr preferRelativeResize="0"/>
          <p:nvPr/>
        </p:nvPicPr>
        <p:blipFill>
          <a:blip r:embed="rId9">
            <a:alphaModFix/>
          </a:blip>
          <a:stretch>
            <a:fillRect/>
          </a:stretch>
        </p:blipFill>
        <p:spPr>
          <a:xfrm>
            <a:off x="7043100" y="2883192"/>
            <a:ext cx="1226400" cy="106363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8"/>
          <p:cNvSpPr txBox="1"/>
          <p:nvPr/>
        </p:nvSpPr>
        <p:spPr>
          <a:xfrm>
            <a:off x="480212" y="206010"/>
            <a:ext cx="8361928" cy="8569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IN" sz="2800" u="none" cap="none" strike="noStrike">
                <a:solidFill>
                  <a:srgbClr val="572314"/>
                </a:solidFill>
                <a:latin typeface="Times New Roman"/>
                <a:ea typeface="Times New Roman"/>
                <a:cs typeface="Times New Roman"/>
                <a:sym typeface="Times New Roman"/>
              </a:rPr>
              <a:t>Dataset &amp; Tools/Technologies</a:t>
            </a:r>
            <a:endParaRPr/>
          </a:p>
        </p:txBody>
      </p:sp>
      <p:sp>
        <p:nvSpPr>
          <p:cNvPr id="324" name="Google Shape;324;p38"/>
          <p:cNvSpPr txBox="1"/>
          <p:nvPr/>
        </p:nvSpPr>
        <p:spPr>
          <a:xfrm>
            <a:off x="428596" y="1085940"/>
            <a:ext cx="8504804" cy="360018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0"/>
              </a:spcAft>
              <a:buClr>
                <a:schemeClr val="dk1"/>
              </a:buClr>
              <a:buSzPts val="1100"/>
              <a:buFont typeface="Arial"/>
              <a:buNone/>
            </a:pPr>
            <a:r>
              <a:rPr b="1" lang="en-IN" sz="1500">
                <a:solidFill>
                  <a:schemeClr val="dk1"/>
                </a:solidFill>
                <a:latin typeface="Gill Sans"/>
                <a:ea typeface="Gill Sans"/>
                <a:cs typeface="Gill Sans"/>
                <a:sym typeface="Gill Sans"/>
              </a:rPr>
              <a:t>Dataset</a:t>
            </a:r>
            <a:endParaRPr b="1" sz="1500">
              <a:solidFill>
                <a:schemeClr val="dk1"/>
              </a:solidFill>
              <a:latin typeface="Gill Sans"/>
              <a:ea typeface="Gill Sans"/>
              <a:cs typeface="Gill Sans"/>
              <a:sym typeface="Gill Sans"/>
            </a:endParaRPr>
          </a:p>
          <a:p>
            <a:pPr indent="-317500" lvl="0" marL="457200" rtl="0" algn="l">
              <a:lnSpc>
                <a:spcPct val="115000"/>
              </a:lnSpc>
              <a:spcBef>
                <a:spcPts val="1200"/>
              </a:spcBef>
              <a:spcAft>
                <a:spcPts val="0"/>
              </a:spcAft>
              <a:buClr>
                <a:schemeClr val="dk1"/>
              </a:buClr>
              <a:buSzPts val="1400"/>
              <a:buFont typeface="Gill Sans"/>
              <a:buChar char="●"/>
            </a:pPr>
            <a:r>
              <a:rPr lang="en-IN">
                <a:solidFill>
                  <a:schemeClr val="dk1"/>
                </a:solidFill>
                <a:latin typeface="Gill Sans"/>
                <a:ea typeface="Gill Sans"/>
                <a:cs typeface="Gill Sans"/>
                <a:sym typeface="Gill Sans"/>
              </a:rPr>
              <a:t>Wisconsin Breast Cancer Dataset (binary classification: benign vs malignant)</a:t>
            </a:r>
            <a:endParaRPr>
              <a:solidFill>
                <a:schemeClr val="dk1"/>
              </a:solidFill>
              <a:latin typeface="Gill Sans"/>
              <a:ea typeface="Gill Sans"/>
              <a:cs typeface="Gill Sans"/>
              <a:sym typeface="Gill Sans"/>
            </a:endParaRPr>
          </a:p>
          <a:p>
            <a:pPr indent="-317500" lvl="0" marL="457200" rtl="0" algn="l">
              <a:lnSpc>
                <a:spcPct val="115000"/>
              </a:lnSpc>
              <a:spcBef>
                <a:spcPts val="0"/>
              </a:spcBef>
              <a:spcAft>
                <a:spcPts val="0"/>
              </a:spcAft>
              <a:buClr>
                <a:schemeClr val="dk1"/>
              </a:buClr>
              <a:buSzPts val="1400"/>
              <a:buFont typeface="Gill Sans"/>
              <a:buChar char="●"/>
            </a:pPr>
            <a:r>
              <a:rPr lang="en-IN">
                <a:solidFill>
                  <a:schemeClr val="dk1"/>
                </a:solidFill>
                <a:latin typeface="Gill Sans"/>
                <a:ea typeface="Gill Sans"/>
                <a:cs typeface="Gill Sans"/>
                <a:sym typeface="Gill Sans"/>
              </a:rPr>
              <a:t>Augmented, Balanced, Raw, and Tuned versions prepared for experimentation</a:t>
            </a:r>
            <a:endParaRPr>
              <a:solidFill>
                <a:schemeClr val="dk1"/>
              </a:solidFill>
              <a:latin typeface="Gill Sans"/>
              <a:ea typeface="Gill Sans"/>
              <a:cs typeface="Gill Sans"/>
              <a:sym typeface="Gill Sans"/>
            </a:endParaRPr>
          </a:p>
          <a:p>
            <a:pPr indent="0" lvl="0" marL="0" rtl="0" algn="l">
              <a:lnSpc>
                <a:spcPct val="115000"/>
              </a:lnSpc>
              <a:spcBef>
                <a:spcPts val="1200"/>
              </a:spcBef>
              <a:spcAft>
                <a:spcPts val="0"/>
              </a:spcAft>
              <a:buClr>
                <a:schemeClr val="dk1"/>
              </a:buClr>
              <a:buSzPts val="1100"/>
              <a:buFont typeface="Arial"/>
              <a:buNone/>
            </a:pPr>
            <a:r>
              <a:rPr b="1" lang="en-IN" sz="1500">
                <a:solidFill>
                  <a:schemeClr val="dk1"/>
                </a:solidFill>
                <a:latin typeface="Gill Sans"/>
                <a:ea typeface="Gill Sans"/>
                <a:cs typeface="Gill Sans"/>
                <a:sym typeface="Gill Sans"/>
              </a:rPr>
              <a:t>Tools &amp; Technologies</a:t>
            </a:r>
            <a:endParaRPr b="1" sz="1500">
              <a:solidFill>
                <a:schemeClr val="dk1"/>
              </a:solidFill>
              <a:latin typeface="Gill Sans"/>
              <a:ea typeface="Gill Sans"/>
              <a:cs typeface="Gill Sans"/>
              <a:sym typeface="Gill Sans"/>
            </a:endParaRPr>
          </a:p>
          <a:p>
            <a:pPr indent="-317500" lvl="0" marL="457200" rtl="0" algn="l">
              <a:lnSpc>
                <a:spcPct val="115000"/>
              </a:lnSpc>
              <a:spcBef>
                <a:spcPts val="1200"/>
              </a:spcBef>
              <a:spcAft>
                <a:spcPts val="0"/>
              </a:spcAft>
              <a:buClr>
                <a:schemeClr val="dk1"/>
              </a:buClr>
              <a:buSzPts val="1400"/>
              <a:buChar char="●"/>
            </a:pPr>
            <a:r>
              <a:rPr b="1" lang="en-IN">
                <a:solidFill>
                  <a:schemeClr val="dk1"/>
                </a:solidFill>
                <a:latin typeface="Gill Sans"/>
                <a:ea typeface="Gill Sans"/>
                <a:cs typeface="Gill Sans"/>
                <a:sym typeface="Gill Sans"/>
              </a:rPr>
              <a:t>Programming Language:</a:t>
            </a:r>
            <a:r>
              <a:rPr lang="en-IN">
                <a:solidFill>
                  <a:schemeClr val="dk1"/>
                </a:solidFill>
                <a:latin typeface="Gill Sans"/>
                <a:ea typeface="Gill Sans"/>
                <a:cs typeface="Gill Sans"/>
                <a:sym typeface="Gill Sans"/>
              </a:rPr>
              <a:t> Python (NumPy, Pandas)</a:t>
            </a:r>
            <a:endParaRPr>
              <a:solidFill>
                <a:schemeClr val="dk1"/>
              </a:solidFill>
              <a:latin typeface="Gill Sans"/>
              <a:ea typeface="Gill Sans"/>
              <a:cs typeface="Gill Sans"/>
              <a:sym typeface="Gill Sans"/>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Gill Sans"/>
                <a:ea typeface="Gill Sans"/>
                <a:cs typeface="Gill Sans"/>
                <a:sym typeface="Gill Sans"/>
              </a:rPr>
              <a:t>Visualization:</a:t>
            </a:r>
            <a:r>
              <a:rPr lang="en-IN">
                <a:solidFill>
                  <a:schemeClr val="dk1"/>
                </a:solidFill>
                <a:latin typeface="Gill Sans"/>
                <a:ea typeface="Gill Sans"/>
                <a:cs typeface="Gill Sans"/>
                <a:sym typeface="Gill Sans"/>
              </a:rPr>
              <a:t> Matplotlib, Seaborn (custom blue palette for consistency)</a:t>
            </a:r>
            <a:endParaRPr>
              <a:solidFill>
                <a:schemeClr val="dk1"/>
              </a:solidFill>
              <a:latin typeface="Gill Sans"/>
              <a:ea typeface="Gill Sans"/>
              <a:cs typeface="Gill Sans"/>
              <a:sym typeface="Gill Sans"/>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Gill Sans"/>
                <a:ea typeface="Gill Sans"/>
                <a:cs typeface="Gill Sans"/>
                <a:sym typeface="Gill Sans"/>
              </a:rPr>
              <a:t>Machine Learning Frameworks:</a:t>
            </a:r>
            <a:r>
              <a:rPr lang="en-IN">
                <a:solidFill>
                  <a:schemeClr val="dk1"/>
                </a:solidFill>
                <a:latin typeface="Gill Sans"/>
                <a:ea typeface="Gill Sans"/>
                <a:cs typeface="Gill Sans"/>
                <a:sym typeface="Gill Sans"/>
              </a:rPr>
              <a:t> scikit‑learn (SVM, Random Forest, GridSearchCV)</a:t>
            </a:r>
            <a:endParaRPr>
              <a:solidFill>
                <a:schemeClr val="dk1"/>
              </a:solidFill>
              <a:latin typeface="Gill Sans"/>
              <a:ea typeface="Gill Sans"/>
              <a:cs typeface="Gill Sans"/>
              <a:sym typeface="Gill Sans"/>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Gill Sans"/>
                <a:ea typeface="Gill Sans"/>
                <a:cs typeface="Gill Sans"/>
                <a:sym typeface="Gill Sans"/>
              </a:rPr>
              <a:t>Preprocessing:</a:t>
            </a:r>
            <a:r>
              <a:rPr lang="en-IN">
                <a:solidFill>
                  <a:schemeClr val="dk1"/>
                </a:solidFill>
                <a:latin typeface="Gill Sans"/>
                <a:ea typeface="Gill Sans"/>
                <a:cs typeface="Gill Sans"/>
                <a:sym typeface="Gill Sans"/>
              </a:rPr>
              <a:t> StandardScaler for feature scaling</a:t>
            </a:r>
            <a:endParaRPr>
              <a:solidFill>
                <a:schemeClr val="dk1"/>
              </a:solidFill>
              <a:latin typeface="Gill Sans"/>
              <a:ea typeface="Gill Sans"/>
              <a:cs typeface="Gill Sans"/>
              <a:sym typeface="Gill Sans"/>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Gill Sans"/>
                <a:ea typeface="Gill Sans"/>
                <a:cs typeface="Gill Sans"/>
                <a:sym typeface="Gill Sans"/>
              </a:rPr>
              <a:t>Evaluation:</a:t>
            </a:r>
            <a:r>
              <a:rPr lang="en-IN">
                <a:solidFill>
                  <a:schemeClr val="dk1"/>
                </a:solidFill>
                <a:latin typeface="Gill Sans"/>
                <a:ea typeface="Gill Sans"/>
                <a:cs typeface="Gill Sans"/>
                <a:sym typeface="Gill Sans"/>
              </a:rPr>
              <a:t> Accuracy, Precision, Recall, F1‑Score, Specificity, AUC‑ROC, Confusion Matrix</a:t>
            </a:r>
            <a:endParaRPr>
              <a:solidFill>
                <a:schemeClr val="dk1"/>
              </a:solidFill>
              <a:latin typeface="Gill Sans"/>
              <a:ea typeface="Gill Sans"/>
              <a:cs typeface="Gill Sans"/>
              <a:sym typeface="Gill Sans"/>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Gill Sans"/>
                <a:ea typeface="Gill Sans"/>
                <a:cs typeface="Gill Sans"/>
                <a:sym typeface="Gill Sans"/>
              </a:rPr>
              <a:t>Development Environment:</a:t>
            </a:r>
            <a:r>
              <a:rPr lang="en-IN">
                <a:solidFill>
                  <a:schemeClr val="dk1"/>
                </a:solidFill>
                <a:latin typeface="Gill Sans"/>
                <a:ea typeface="Gill Sans"/>
                <a:cs typeface="Gill Sans"/>
                <a:sym typeface="Gill Sans"/>
              </a:rPr>
              <a:t> VS Code with Jupyter integration</a:t>
            </a:r>
            <a:endParaRPr>
              <a:solidFill>
                <a:schemeClr val="dk1"/>
              </a:solidFill>
              <a:latin typeface="Gill Sans"/>
              <a:ea typeface="Gill Sans"/>
              <a:cs typeface="Gill Sans"/>
              <a:sym typeface="Gill Sans"/>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Gill Sans"/>
                <a:ea typeface="Gill Sans"/>
                <a:cs typeface="Gill Sans"/>
                <a:sym typeface="Gill Sans"/>
              </a:rPr>
              <a:t>Other:</a:t>
            </a:r>
            <a:r>
              <a:rPr lang="en-IN">
                <a:solidFill>
                  <a:schemeClr val="dk1"/>
                </a:solidFill>
                <a:latin typeface="Gill Sans"/>
                <a:ea typeface="Gill Sans"/>
                <a:cs typeface="Gill Sans"/>
                <a:sym typeface="Gill Sans"/>
              </a:rPr>
              <a:t> Warnings suppressed for clean outputs</a:t>
            </a:r>
            <a:endParaRPr>
              <a:solidFill>
                <a:schemeClr val="dk1"/>
              </a:solidFill>
              <a:latin typeface="Gill Sans"/>
              <a:ea typeface="Gill Sans"/>
              <a:cs typeface="Gill Sans"/>
              <a:sym typeface="Gill Sans"/>
            </a:endParaRPr>
          </a:p>
        </p:txBody>
      </p:sp>
      <p:sp>
        <p:nvSpPr>
          <p:cNvPr id="325" name="Google Shape;325;p38"/>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326" name="Google Shape;326;p38"/>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9"/>
          <p:cNvSpPr txBox="1"/>
          <p:nvPr/>
        </p:nvSpPr>
        <p:spPr>
          <a:xfrm>
            <a:off x="480212" y="206010"/>
            <a:ext cx="8361928" cy="8569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IN" sz="2800">
                <a:solidFill>
                  <a:srgbClr val="572314"/>
                </a:solidFill>
                <a:latin typeface="Times New Roman"/>
                <a:ea typeface="Times New Roman"/>
                <a:cs typeface="Times New Roman"/>
                <a:sym typeface="Times New Roman"/>
              </a:rPr>
              <a:t>Experimentation</a:t>
            </a:r>
            <a:endParaRPr b="1" sz="2800">
              <a:solidFill>
                <a:srgbClr val="572314"/>
              </a:solidFill>
              <a:latin typeface="Times New Roman"/>
              <a:ea typeface="Times New Roman"/>
              <a:cs typeface="Times New Roman"/>
              <a:sym typeface="Times New Roman"/>
            </a:endParaRPr>
          </a:p>
        </p:txBody>
      </p:sp>
      <p:sp>
        <p:nvSpPr>
          <p:cNvPr id="332" name="Google Shape;332;p39"/>
          <p:cNvSpPr txBox="1"/>
          <p:nvPr/>
        </p:nvSpPr>
        <p:spPr>
          <a:xfrm>
            <a:off x="428596" y="1085940"/>
            <a:ext cx="8504804" cy="36001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601"/>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333" name="Google Shape;333;p39"/>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334" name="Google Shape;334;p39"/>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
        <p:nvSpPr>
          <p:cNvPr id="335" name="Google Shape;335;p39"/>
          <p:cNvSpPr txBox="1"/>
          <p:nvPr/>
        </p:nvSpPr>
        <p:spPr>
          <a:xfrm>
            <a:off x="1408800" y="3476025"/>
            <a:ext cx="63264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100">
                <a:solidFill>
                  <a:schemeClr val="dk1"/>
                </a:solidFill>
              </a:rPr>
              <a:t>Table 1: Performance Metrics of Random Forest Variants across Different Dataset Types </a:t>
            </a:r>
            <a:endParaRPr sz="1100">
              <a:solidFill>
                <a:schemeClr val="dk1"/>
              </a:solidFill>
            </a:endParaRPr>
          </a:p>
        </p:txBody>
      </p:sp>
      <p:graphicFrame>
        <p:nvGraphicFramePr>
          <p:cNvPr id="336" name="Google Shape;336;p39"/>
          <p:cNvGraphicFramePr/>
          <p:nvPr/>
        </p:nvGraphicFramePr>
        <p:xfrm>
          <a:off x="0" y="1085950"/>
          <a:ext cx="3000000" cy="3000000"/>
        </p:xfrm>
        <a:graphic>
          <a:graphicData uri="http://schemas.openxmlformats.org/drawingml/2006/table">
            <a:tbl>
              <a:tblPr>
                <a:noFill/>
                <a:tableStyleId>{FD9EA8F1-F3C1-4F5E-87AB-E92E76008C01}</a:tableStyleId>
              </a:tblPr>
              <a:tblGrid>
                <a:gridCol w="1009650"/>
                <a:gridCol w="1114425"/>
                <a:gridCol w="895350"/>
                <a:gridCol w="1104900"/>
                <a:gridCol w="1181100"/>
                <a:gridCol w="1000125"/>
                <a:gridCol w="781050"/>
                <a:gridCol w="1209675"/>
                <a:gridCol w="847725"/>
              </a:tblGrid>
              <a:tr h="209550">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Model Variant</a:t>
                      </a:r>
                      <a:endParaRPr sz="1000">
                        <a:solidFill>
                          <a:srgbClr val="FFFFF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Kernel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Dataset</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Accuracy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Precision</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Recall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F1-Score</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Specificity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AUC-ROC</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Entropy</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Increased Size</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0.9962</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Gini</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Increased Size</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0.9956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Entropy</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Balanced</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0.972</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0.9437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0.9986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Gini</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Balanced</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0.9577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0.9784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0.9982</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Entropy</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Tuned</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0.9961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Gini</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Tuned</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0.9956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Entropy</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Raw</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0.9737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0.9286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0.963</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Gini</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Raw</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0.9737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0.9286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0.963</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0.9929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0"/>
          <p:cNvSpPr txBox="1"/>
          <p:nvPr/>
        </p:nvSpPr>
        <p:spPr>
          <a:xfrm>
            <a:off x="480212" y="206010"/>
            <a:ext cx="8361900" cy="8571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IN" sz="2800">
                <a:solidFill>
                  <a:srgbClr val="572314"/>
                </a:solidFill>
                <a:latin typeface="Times New Roman"/>
                <a:ea typeface="Times New Roman"/>
                <a:cs typeface="Times New Roman"/>
                <a:sym typeface="Times New Roman"/>
              </a:rPr>
              <a:t>Experimentation</a:t>
            </a:r>
            <a:endParaRPr b="1" sz="2800">
              <a:solidFill>
                <a:srgbClr val="572314"/>
              </a:solidFill>
              <a:latin typeface="Times New Roman"/>
              <a:ea typeface="Times New Roman"/>
              <a:cs typeface="Times New Roman"/>
              <a:sym typeface="Times New Roman"/>
            </a:endParaRPr>
          </a:p>
        </p:txBody>
      </p:sp>
      <p:sp>
        <p:nvSpPr>
          <p:cNvPr id="342" name="Google Shape;342;p40"/>
          <p:cNvSpPr txBox="1"/>
          <p:nvPr/>
        </p:nvSpPr>
        <p:spPr>
          <a:xfrm>
            <a:off x="408796" y="1095915"/>
            <a:ext cx="8504700" cy="36003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601"/>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343" name="Google Shape;343;p40"/>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344" name="Google Shape;344;p40"/>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
        <p:nvSpPr>
          <p:cNvPr id="345" name="Google Shape;345;p40"/>
          <p:cNvSpPr txBox="1"/>
          <p:nvPr/>
        </p:nvSpPr>
        <p:spPr>
          <a:xfrm>
            <a:off x="1408800" y="3362225"/>
            <a:ext cx="63264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100">
                <a:solidFill>
                  <a:schemeClr val="dk1"/>
                </a:solidFill>
              </a:rPr>
              <a:t>Table 2: Performance Metrics of Random Forest Variants across Different </a:t>
            </a:r>
            <a:r>
              <a:rPr lang="en-IN" sz="1100">
                <a:solidFill>
                  <a:schemeClr val="dk1"/>
                </a:solidFill>
              </a:rPr>
              <a:t>Train/Test Split</a:t>
            </a:r>
            <a:endParaRPr sz="1200">
              <a:solidFill>
                <a:schemeClr val="dk1"/>
              </a:solidFill>
            </a:endParaRPr>
          </a:p>
        </p:txBody>
      </p:sp>
      <p:graphicFrame>
        <p:nvGraphicFramePr>
          <p:cNvPr id="346" name="Google Shape;346;p40"/>
          <p:cNvGraphicFramePr/>
          <p:nvPr/>
        </p:nvGraphicFramePr>
        <p:xfrm>
          <a:off x="0" y="1063100"/>
          <a:ext cx="3000000" cy="3000000"/>
        </p:xfrm>
        <a:graphic>
          <a:graphicData uri="http://schemas.openxmlformats.org/drawingml/2006/table">
            <a:tbl>
              <a:tblPr>
                <a:noFill/>
                <a:tableStyleId>{FD9EA8F1-F3C1-4F5E-87AB-E92E76008C01}</a:tableStyleId>
              </a:tblPr>
              <a:tblGrid>
                <a:gridCol w="1009650"/>
                <a:gridCol w="1114425"/>
                <a:gridCol w="895350"/>
                <a:gridCol w="1104900"/>
                <a:gridCol w="1181100"/>
                <a:gridCol w="1000125"/>
                <a:gridCol w="781050"/>
                <a:gridCol w="1209675"/>
                <a:gridCol w="847725"/>
              </a:tblGrid>
              <a:tr h="209550">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Model Variant</a:t>
                      </a:r>
                      <a:endParaRPr sz="1000">
                        <a:solidFill>
                          <a:srgbClr val="FFFFF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Kernel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Train/Test Split</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Accuracy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Precision</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Recall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F1-Score</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Specificity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AUC-ROC</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Gini</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90/10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Gini</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0.9956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Gini</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70/30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0.9701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0.9691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0.9889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Gini</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60/40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0.9625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0.962</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0.9898</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Entropy</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90/10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Entropy</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0.9962</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Entropy</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70/30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0.9701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0.9691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0.9921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RF</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Entropy</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60/40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0.9645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0.9867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1"/>
          <p:cNvSpPr txBox="1"/>
          <p:nvPr/>
        </p:nvSpPr>
        <p:spPr>
          <a:xfrm>
            <a:off x="480212" y="206010"/>
            <a:ext cx="8361900" cy="8571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IN" sz="2800">
                <a:solidFill>
                  <a:srgbClr val="572314"/>
                </a:solidFill>
                <a:latin typeface="Times New Roman"/>
                <a:ea typeface="Times New Roman"/>
                <a:cs typeface="Times New Roman"/>
                <a:sym typeface="Times New Roman"/>
              </a:rPr>
              <a:t>Experimentation</a:t>
            </a:r>
            <a:endParaRPr b="1" sz="2800">
              <a:solidFill>
                <a:srgbClr val="572314"/>
              </a:solidFill>
              <a:latin typeface="Times New Roman"/>
              <a:ea typeface="Times New Roman"/>
              <a:cs typeface="Times New Roman"/>
              <a:sym typeface="Times New Roman"/>
            </a:endParaRPr>
          </a:p>
        </p:txBody>
      </p:sp>
      <p:sp>
        <p:nvSpPr>
          <p:cNvPr id="352" name="Google Shape;352;p41"/>
          <p:cNvSpPr txBox="1"/>
          <p:nvPr/>
        </p:nvSpPr>
        <p:spPr>
          <a:xfrm>
            <a:off x="428596" y="1085940"/>
            <a:ext cx="8504700" cy="36003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601"/>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353" name="Google Shape;353;p41"/>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354" name="Google Shape;354;p41"/>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
        <p:nvSpPr>
          <p:cNvPr id="355" name="Google Shape;355;p41"/>
          <p:cNvSpPr txBox="1"/>
          <p:nvPr/>
        </p:nvSpPr>
        <p:spPr>
          <a:xfrm>
            <a:off x="0" y="0"/>
            <a:ext cx="3000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IN" sz="1000">
                <a:solidFill>
                  <a:schemeClr val="lt1"/>
                </a:solidFill>
                <a:latin typeface="Roboto"/>
                <a:ea typeface="Roboto"/>
                <a:cs typeface="Roboto"/>
                <a:sym typeface="Roboto"/>
              </a:rPr>
              <a:t>Train/Test Split</a:t>
            </a:r>
            <a:endParaRPr sz="1000">
              <a:solidFill>
                <a:schemeClr val="lt1"/>
              </a:solidFill>
              <a:latin typeface="Roboto"/>
              <a:ea typeface="Roboto"/>
              <a:cs typeface="Roboto"/>
              <a:sym typeface="Roboto"/>
            </a:endParaRPr>
          </a:p>
        </p:txBody>
      </p:sp>
      <p:sp>
        <p:nvSpPr>
          <p:cNvPr id="356" name="Google Shape;356;p41"/>
          <p:cNvSpPr txBox="1"/>
          <p:nvPr/>
        </p:nvSpPr>
        <p:spPr>
          <a:xfrm>
            <a:off x="1346700" y="3551875"/>
            <a:ext cx="63264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100">
                <a:solidFill>
                  <a:schemeClr val="dk1"/>
                </a:solidFill>
              </a:rPr>
              <a:t>Table 3: Performance Metrics of Stacked Ensemble Variants across Different Dataset Types </a:t>
            </a:r>
            <a:endParaRPr sz="1100">
              <a:solidFill>
                <a:schemeClr val="dk1"/>
              </a:solidFill>
            </a:endParaRPr>
          </a:p>
        </p:txBody>
      </p:sp>
      <p:graphicFrame>
        <p:nvGraphicFramePr>
          <p:cNvPr id="357" name="Google Shape;357;p41"/>
          <p:cNvGraphicFramePr/>
          <p:nvPr/>
        </p:nvGraphicFramePr>
        <p:xfrm>
          <a:off x="0" y="1085950"/>
          <a:ext cx="3000000" cy="3000000"/>
        </p:xfrm>
        <a:graphic>
          <a:graphicData uri="http://schemas.openxmlformats.org/drawingml/2006/table">
            <a:tbl>
              <a:tblPr>
                <a:noFill/>
                <a:tableStyleId>{FD9EA8F1-F3C1-4F5E-87AB-E92E76008C01}</a:tableStyleId>
              </a:tblPr>
              <a:tblGrid>
                <a:gridCol w="1009650"/>
                <a:gridCol w="1114425"/>
                <a:gridCol w="895350"/>
                <a:gridCol w="1104900"/>
                <a:gridCol w="1181100"/>
                <a:gridCol w="1000125"/>
                <a:gridCol w="781050"/>
                <a:gridCol w="1209675"/>
                <a:gridCol w="847725"/>
              </a:tblGrid>
              <a:tr h="209550">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Model Variant</a:t>
                      </a:r>
                      <a:endParaRPr sz="1000">
                        <a:solidFill>
                          <a:srgbClr val="FFFFF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Kernel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Dataset</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Accuracy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Precision</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Recall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F1-Score</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Specificity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AUC-ROC</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r>
              <a:tr h="209550">
                <a:tc>
                  <a:txBody>
                    <a:bodyPr/>
                    <a:lstStyle/>
                    <a:p>
                      <a:pPr indent="0" lvl="0" marL="0" rtl="0" algn="l">
                        <a:lnSpc>
                          <a:spcPct val="115000"/>
                        </a:lnSpc>
                        <a:spcBef>
                          <a:spcPts val="0"/>
                        </a:spcBef>
                        <a:spcAft>
                          <a:spcPts val="0"/>
                        </a:spcAft>
                        <a:buNone/>
                      </a:pPr>
                      <a:r>
                        <a:rPr lang="en-IN" sz="1000">
                          <a:solidFill>
                            <a:srgbClr val="2C481F"/>
                          </a:solidFill>
                          <a:latin typeface="Roboto"/>
                          <a:ea typeface="Roboto"/>
                          <a:cs typeface="Roboto"/>
                          <a:sym typeface="Roboto"/>
                        </a:rPr>
                        <a:t>SE</a:t>
                      </a:r>
                      <a:endParaRPr sz="1000">
                        <a:solidFill>
                          <a:srgbClr val="2C481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FFFFF"/>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Raw</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0.9737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0.9524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0.9639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0.9861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2C481F"/>
                          </a:solidFill>
                          <a:latin typeface="Roboto"/>
                          <a:ea typeface="Roboto"/>
                          <a:cs typeface="Roboto"/>
                          <a:sym typeface="Roboto"/>
                        </a:rPr>
                        <a:t>SE</a:t>
                      </a:r>
                      <a:endParaRPr sz="1000">
                        <a:solidFill>
                          <a:srgbClr val="2C481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Balanced</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0.9857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0.9718</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0.9787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0.9861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0.9955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2C481F"/>
                          </a:solidFill>
                          <a:latin typeface="Roboto"/>
                          <a:ea typeface="Roboto"/>
                          <a:cs typeface="Roboto"/>
                          <a:sym typeface="Roboto"/>
                        </a:rPr>
                        <a:t>SE</a:t>
                      </a:r>
                      <a:endParaRPr sz="1000">
                        <a:solidFill>
                          <a:srgbClr val="2C481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Increased Size</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0.9897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2C481F"/>
                          </a:solidFill>
                          <a:latin typeface="Roboto"/>
                          <a:ea typeface="Roboto"/>
                          <a:cs typeface="Roboto"/>
                          <a:sym typeface="Roboto"/>
                        </a:rPr>
                        <a:t>SE</a:t>
                      </a:r>
                      <a:endParaRPr sz="1000">
                        <a:solidFill>
                          <a:srgbClr val="2C481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Tuned</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0.9697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0.9972</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2C481F"/>
                          </a:solidFill>
                          <a:latin typeface="Roboto"/>
                          <a:ea typeface="Roboto"/>
                          <a:cs typeface="Roboto"/>
                          <a:sym typeface="Roboto"/>
                        </a:rPr>
                        <a:t>SE</a:t>
                      </a:r>
                      <a:endParaRPr sz="1000">
                        <a:solidFill>
                          <a:srgbClr val="2C481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Tree</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Raw</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0.9649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0.9048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0.9974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2C481F"/>
                          </a:solidFill>
                          <a:latin typeface="Roboto"/>
                          <a:ea typeface="Roboto"/>
                          <a:cs typeface="Roboto"/>
                          <a:sym typeface="Roboto"/>
                        </a:rPr>
                        <a:t>SE</a:t>
                      </a:r>
                      <a:endParaRPr sz="1000">
                        <a:solidFill>
                          <a:srgbClr val="2C481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Tree</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Balanced</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0.9577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0.9784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0.9994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2C481F"/>
                          </a:solidFill>
                          <a:latin typeface="Roboto"/>
                          <a:ea typeface="Roboto"/>
                          <a:cs typeface="Roboto"/>
                          <a:sym typeface="Roboto"/>
                        </a:rPr>
                        <a:t>SE</a:t>
                      </a:r>
                      <a:endParaRPr sz="1000">
                        <a:solidFill>
                          <a:srgbClr val="2C481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Tree</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Increased Size</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0.9972</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2C481F"/>
                          </a:solidFill>
                          <a:latin typeface="Roboto"/>
                          <a:ea typeface="Roboto"/>
                          <a:cs typeface="Roboto"/>
                          <a:sym typeface="Roboto"/>
                        </a:rPr>
                        <a:t>SE</a:t>
                      </a:r>
                      <a:endParaRPr sz="1000">
                        <a:solidFill>
                          <a:srgbClr val="2C481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FFFFF"/>
                      </a:solidFill>
                      <a:prstDash val="solid"/>
                      <a:round/>
                      <a:headEnd len="sm" w="sm" type="none"/>
                      <a:tailEnd len="sm" w="sm" type="none"/>
                    </a:lnT>
                    <a:lnB cap="flat" cmpd="sng" w="10575">
                      <a:solidFill>
                        <a:srgbClr val="FFFFF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Tree</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Tuned</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0.9969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2"/>
          <p:cNvSpPr txBox="1"/>
          <p:nvPr/>
        </p:nvSpPr>
        <p:spPr>
          <a:xfrm>
            <a:off x="480212" y="206010"/>
            <a:ext cx="8361900" cy="8571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IN" sz="2800">
                <a:solidFill>
                  <a:srgbClr val="572314"/>
                </a:solidFill>
                <a:latin typeface="Times New Roman"/>
                <a:ea typeface="Times New Roman"/>
                <a:cs typeface="Times New Roman"/>
                <a:sym typeface="Times New Roman"/>
              </a:rPr>
              <a:t>Experimentation</a:t>
            </a:r>
            <a:endParaRPr b="1" sz="2800">
              <a:solidFill>
                <a:srgbClr val="572314"/>
              </a:solidFill>
              <a:latin typeface="Times New Roman"/>
              <a:ea typeface="Times New Roman"/>
              <a:cs typeface="Times New Roman"/>
              <a:sym typeface="Times New Roman"/>
            </a:endParaRPr>
          </a:p>
        </p:txBody>
      </p:sp>
      <p:sp>
        <p:nvSpPr>
          <p:cNvPr id="363" name="Google Shape;363;p42"/>
          <p:cNvSpPr txBox="1"/>
          <p:nvPr/>
        </p:nvSpPr>
        <p:spPr>
          <a:xfrm>
            <a:off x="428596" y="1085940"/>
            <a:ext cx="8504700" cy="36003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601"/>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364" name="Google Shape;364;p42"/>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365" name="Google Shape;365;p42"/>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
        <p:nvSpPr>
          <p:cNvPr id="366" name="Google Shape;366;p42"/>
          <p:cNvSpPr txBox="1"/>
          <p:nvPr/>
        </p:nvSpPr>
        <p:spPr>
          <a:xfrm>
            <a:off x="1408800" y="3384975"/>
            <a:ext cx="63264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100">
                <a:solidFill>
                  <a:schemeClr val="dk1"/>
                </a:solidFill>
              </a:rPr>
              <a:t>Table 4: Performance Metrics of Stacked Ensemble Variants across Different Train/Test Split</a:t>
            </a:r>
            <a:endParaRPr sz="1200">
              <a:solidFill>
                <a:schemeClr val="dk1"/>
              </a:solidFill>
            </a:endParaRPr>
          </a:p>
        </p:txBody>
      </p:sp>
      <p:graphicFrame>
        <p:nvGraphicFramePr>
          <p:cNvPr id="367" name="Google Shape;367;p42"/>
          <p:cNvGraphicFramePr/>
          <p:nvPr/>
        </p:nvGraphicFramePr>
        <p:xfrm>
          <a:off x="0" y="1085950"/>
          <a:ext cx="3000000" cy="3000000"/>
        </p:xfrm>
        <a:graphic>
          <a:graphicData uri="http://schemas.openxmlformats.org/drawingml/2006/table">
            <a:tbl>
              <a:tblPr>
                <a:noFill/>
                <a:tableStyleId>{FD9EA8F1-F3C1-4F5E-87AB-E92E76008C01}</a:tableStyleId>
              </a:tblPr>
              <a:tblGrid>
                <a:gridCol w="1009650"/>
                <a:gridCol w="1114425"/>
                <a:gridCol w="895350"/>
                <a:gridCol w="1104900"/>
                <a:gridCol w="1181100"/>
                <a:gridCol w="1000125"/>
                <a:gridCol w="781050"/>
                <a:gridCol w="1209675"/>
                <a:gridCol w="847725"/>
              </a:tblGrid>
              <a:tr h="209550">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Model Variant</a:t>
                      </a:r>
                      <a:endParaRPr sz="1000">
                        <a:solidFill>
                          <a:srgbClr val="FFFFF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Kernel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Train/Test Split</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Accuracy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Precision</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Recall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F1-Score</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Specificity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AUC-ROC</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r>
              <a:tr h="209550">
                <a:tc>
                  <a:txBody>
                    <a:bodyPr/>
                    <a:lstStyle/>
                    <a:p>
                      <a:pPr indent="0" lvl="0" marL="0" rtl="0" algn="l">
                        <a:lnSpc>
                          <a:spcPct val="115000"/>
                        </a:lnSpc>
                        <a:spcBef>
                          <a:spcPts val="0"/>
                        </a:spcBef>
                        <a:spcAft>
                          <a:spcPts val="0"/>
                        </a:spcAft>
                        <a:buNone/>
                      </a:pPr>
                      <a:r>
                        <a:rPr lang="en-IN" sz="1000">
                          <a:solidFill>
                            <a:srgbClr val="383A3C"/>
                          </a:solidFill>
                          <a:latin typeface="Roboto"/>
                          <a:ea typeface="Roboto"/>
                          <a:cs typeface="Roboto"/>
                          <a:sym typeface="Roboto"/>
                        </a:rPr>
                        <a:t>SE</a:t>
                      </a:r>
                      <a:endParaRPr sz="1000">
                        <a:solidFill>
                          <a:srgbClr val="383A3C"/>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Tree</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90/10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0.9988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383A3C"/>
                          </a:solidFill>
                          <a:latin typeface="Roboto"/>
                          <a:ea typeface="Roboto"/>
                          <a:cs typeface="Roboto"/>
                          <a:sym typeface="Roboto"/>
                        </a:rPr>
                        <a:t>SE</a:t>
                      </a:r>
                      <a:endParaRPr sz="1000">
                        <a:solidFill>
                          <a:srgbClr val="383A3C"/>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Tree</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0.9972</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383A3C"/>
                          </a:solidFill>
                          <a:latin typeface="Roboto"/>
                          <a:ea typeface="Roboto"/>
                          <a:cs typeface="Roboto"/>
                          <a:sym typeface="Roboto"/>
                        </a:rPr>
                        <a:t>SE</a:t>
                      </a:r>
                      <a:endParaRPr sz="1000">
                        <a:solidFill>
                          <a:srgbClr val="383A3C"/>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Tree</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70/30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0.9701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0.9691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0.9946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383A3C"/>
                          </a:solidFill>
                          <a:latin typeface="Roboto"/>
                          <a:ea typeface="Roboto"/>
                          <a:cs typeface="Roboto"/>
                          <a:sym typeface="Roboto"/>
                        </a:rPr>
                        <a:t>SE</a:t>
                      </a:r>
                      <a:endParaRPr sz="1000">
                        <a:solidFill>
                          <a:srgbClr val="383A3C"/>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Tree</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60/40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0.9845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0.9669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0.9929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383A3C"/>
                          </a:solidFill>
                          <a:latin typeface="Roboto"/>
                          <a:ea typeface="Roboto"/>
                          <a:cs typeface="Roboto"/>
                          <a:sym typeface="Roboto"/>
                        </a:rPr>
                        <a:t>SE</a:t>
                      </a:r>
                      <a:endParaRPr sz="1000">
                        <a:solidFill>
                          <a:srgbClr val="383A3C"/>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90/10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0.9899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0.9984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383A3C"/>
                          </a:solidFill>
                          <a:latin typeface="Roboto"/>
                          <a:ea typeface="Roboto"/>
                          <a:cs typeface="Roboto"/>
                          <a:sym typeface="Roboto"/>
                        </a:rPr>
                        <a:t>SE</a:t>
                      </a:r>
                      <a:endParaRPr sz="1000">
                        <a:solidFill>
                          <a:srgbClr val="383A3C"/>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0.9897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383A3C"/>
                          </a:solidFill>
                          <a:latin typeface="Roboto"/>
                          <a:ea typeface="Roboto"/>
                          <a:cs typeface="Roboto"/>
                          <a:sym typeface="Roboto"/>
                        </a:rPr>
                        <a:t>SE</a:t>
                      </a:r>
                      <a:endParaRPr sz="1000">
                        <a:solidFill>
                          <a:srgbClr val="383A3C"/>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70/30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0.9734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0.9931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0.9533</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0.9728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0.9934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0.9943</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383A3C"/>
                          </a:solidFill>
                          <a:latin typeface="Roboto"/>
                          <a:ea typeface="Roboto"/>
                          <a:cs typeface="Roboto"/>
                          <a:sym typeface="Roboto"/>
                        </a:rPr>
                        <a:t>SE</a:t>
                      </a:r>
                      <a:endParaRPr sz="1000">
                        <a:solidFill>
                          <a:srgbClr val="383A3C"/>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60/40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0.9948</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0.9771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0.9955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3"/>
          <p:cNvSpPr txBox="1"/>
          <p:nvPr/>
        </p:nvSpPr>
        <p:spPr>
          <a:xfrm>
            <a:off x="480212" y="206010"/>
            <a:ext cx="8361900" cy="8571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IN" sz="2800">
                <a:solidFill>
                  <a:srgbClr val="572314"/>
                </a:solidFill>
                <a:latin typeface="Times New Roman"/>
                <a:ea typeface="Times New Roman"/>
                <a:cs typeface="Times New Roman"/>
                <a:sym typeface="Times New Roman"/>
              </a:rPr>
              <a:t>Experimentation</a:t>
            </a:r>
            <a:endParaRPr b="1" sz="2800">
              <a:solidFill>
                <a:srgbClr val="572314"/>
              </a:solidFill>
              <a:latin typeface="Times New Roman"/>
              <a:ea typeface="Times New Roman"/>
              <a:cs typeface="Times New Roman"/>
              <a:sym typeface="Times New Roman"/>
            </a:endParaRPr>
          </a:p>
        </p:txBody>
      </p:sp>
      <p:sp>
        <p:nvSpPr>
          <p:cNvPr id="373" name="Google Shape;373;p43"/>
          <p:cNvSpPr txBox="1"/>
          <p:nvPr/>
        </p:nvSpPr>
        <p:spPr>
          <a:xfrm>
            <a:off x="428596" y="1085940"/>
            <a:ext cx="8504700" cy="36003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601"/>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374" name="Google Shape;374;p43"/>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375" name="Google Shape;375;p43"/>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
        <p:nvSpPr>
          <p:cNvPr id="376" name="Google Shape;376;p43"/>
          <p:cNvSpPr txBox="1"/>
          <p:nvPr/>
        </p:nvSpPr>
        <p:spPr>
          <a:xfrm>
            <a:off x="1248075" y="4075325"/>
            <a:ext cx="63264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100">
                <a:solidFill>
                  <a:schemeClr val="dk1"/>
                </a:solidFill>
              </a:rPr>
              <a:t>Table 5: Performance Metrics of Support Vector Machine Variants across Different Dataset Types </a:t>
            </a:r>
            <a:endParaRPr sz="1100">
              <a:solidFill>
                <a:schemeClr val="dk1"/>
              </a:solidFill>
            </a:endParaRPr>
          </a:p>
        </p:txBody>
      </p:sp>
      <p:graphicFrame>
        <p:nvGraphicFramePr>
          <p:cNvPr id="377" name="Google Shape;377;p43"/>
          <p:cNvGraphicFramePr/>
          <p:nvPr/>
        </p:nvGraphicFramePr>
        <p:xfrm>
          <a:off x="0" y="1063100"/>
          <a:ext cx="3000000" cy="3000000"/>
        </p:xfrm>
        <a:graphic>
          <a:graphicData uri="http://schemas.openxmlformats.org/drawingml/2006/table">
            <a:tbl>
              <a:tblPr>
                <a:noFill/>
                <a:tableStyleId>{FD9EA8F1-F3C1-4F5E-87AB-E92E76008C01}</a:tableStyleId>
              </a:tblPr>
              <a:tblGrid>
                <a:gridCol w="1009650"/>
                <a:gridCol w="1114425"/>
                <a:gridCol w="1145700"/>
                <a:gridCol w="854550"/>
                <a:gridCol w="1181100"/>
                <a:gridCol w="1000125"/>
                <a:gridCol w="781050"/>
                <a:gridCol w="1209675"/>
                <a:gridCol w="847725"/>
              </a:tblGrid>
              <a:tr h="209550">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Model Variant</a:t>
                      </a:r>
                      <a:endParaRPr sz="1000">
                        <a:solidFill>
                          <a:srgbClr val="FFFFF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Kernel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Dataset</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Accuracy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Precision</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Recall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F1-Score</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Specificity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AUC-ROC</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Increased Size</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0.9897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0.9974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Polynomial</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Increased Size</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0.9645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0.9914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RBF</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Increased Size</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0.9946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Balanced</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0.9714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0.9577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0.9645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0.9722</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0.9939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Polynomial</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Balanced</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0.9859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0.9859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0.9859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0.9861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0.9992</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RBF</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Balanced</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0.9853</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0.9437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0.9861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0.9963</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Tuned</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0.9946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Polynomial</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Tuned</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0.9984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RBF</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Tuned</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0.9983</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Raw</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0.9649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0.9048</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0.9914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Polynomial</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Raw</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0.886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0.6905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0.8169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0.9967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RBF</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Raw</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0.9737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0.9286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0.963</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0.9947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4"/>
          <p:cNvSpPr txBox="1"/>
          <p:nvPr/>
        </p:nvSpPr>
        <p:spPr>
          <a:xfrm>
            <a:off x="480212" y="206010"/>
            <a:ext cx="8361900" cy="8571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IN" sz="2800">
                <a:solidFill>
                  <a:srgbClr val="572314"/>
                </a:solidFill>
                <a:latin typeface="Times New Roman"/>
                <a:ea typeface="Times New Roman"/>
                <a:cs typeface="Times New Roman"/>
                <a:sym typeface="Times New Roman"/>
              </a:rPr>
              <a:t>Experimentation</a:t>
            </a:r>
            <a:endParaRPr b="1" sz="2800">
              <a:solidFill>
                <a:srgbClr val="572314"/>
              </a:solidFill>
              <a:latin typeface="Times New Roman"/>
              <a:ea typeface="Times New Roman"/>
              <a:cs typeface="Times New Roman"/>
              <a:sym typeface="Times New Roman"/>
            </a:endParaRPr>
          </a:p>
        </p:txBody>
      </p:sp>
      <p:sp>
        <p:nvSpPr>
          <p:cNvPr id="383" name="Google Shape;383;p44"/>
          <p:cNvSpPr txBox="1"/>
          <p:nvPr/>
        </p:nvSpPr>
        <p:spPr>
          <a:xfrm>
            <a:off x="408796" y="1095265"/>
            <a:ext cx="8504700" cy="36003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601"/>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384" name="Google Shape;384;p44"/>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385" name="Google Shape;385;p44"/>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
        <p:nvSpPr>
          <p:cNvPr id="386" name="Google Shape;386;p44"/>
          <p:cNvSpPr txBox="1"/>
          <p:nvPr/>
        </p:nvSpPr>
        <p:spPr>
          <a:xfrm>
            <a:off x="1339125" y="4257400"/>
            <a:ext cx="63264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100">
                <a:solidFill>
                  <a:schemeClr val="dk1"/>
                </a:solidFill>
              </a:rPr>
              <a:t>Table 6: Performance Metrics of Support Vector Machine Variants across Different Train/Test Split</a:t>
            </a:r>
            <a:endParaRPr sz="1200">
              <a:solidFill>
                <a:schemeClr val="dk1"/>
              </a:solidFill>
            </a:endParaRPr>
          </a:p>
        </p:txBody>
      </p:sp>
      <p:graphicFrame>
        <p:nvGraphicFramePr>
          <p:cNvPr id="387" name="Google Shape;387;p44"/>
          <p:cNvGraphicFramePr/>
          <p:nvPr/>
        </p:nvGraphicFramePr>
        <p:xfrm>
          <a:off x="0" y="1095275"/>
          <a:ext cx="3000000" cy="3000000"/>
        </p:xfrm>
        <a:graphic>
          <a:graphicData uri="http://schemas.openxmlformats.org/drawingml/2006/table">
            <a:tbl>
              <a:tblPr>
                <a:noFill/>
                <a:tableStyleId>{FD9EA8F1-F3C1-4F5E-87AB-E92E76008C01}</a:tableStyleId>
              </a:tblPr>
              <a:tblGrid>
                <a:gridCol w="1009650"/>
                <a:gridCol w="1114425"/>
                <a:gridCol w="895350"/>
                <a:gridCol w="1104900"/>
                <a:gridCol w="1181100"/>
                <a:gridCol w="1000125"/>
                <a:gridCol w="781050"/>
                <a:gridCol w="1209675"/>
                <a:gridCol w="847725"/>
              </a:tblGrid>
              <a:tr h="209550">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Model Variant</a:t>
                      </a:r>
                      <a:endParaRPr sz="1000">
                        <a:solidFill>
                          <a:srgbClr val="FFFFF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Kernel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Train/Test Split</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Accuracy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Precision</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Recall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F1-Score</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Specificity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AUC-ROC</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90/10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0.9899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0.9976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0.9897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0.9974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70/30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0.9668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0.9861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0.9467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0.9868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Linear</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60/40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0.9897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0.9951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Polynomial</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90/10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0.9697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0.9908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Polynomial</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0.9645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0.9914</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Polynomial</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70/30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0.9601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0.9726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0.9467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0.9595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0.9735</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0.9883</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Polynomial</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60/40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0.9625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0.9622</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0.9912</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RBF</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90/10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0.9899</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0.9976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RBF</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0.98</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0.9796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0.9946</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RBF</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70/30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0.9734</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0.9467</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0.9726</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0.9913</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SVM</a:t>
                      </a:r>
                      <a:endParaRPr sz="1000">
                        <a:solidFill>
                          <a:srgbClr val="434343"/>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RBF</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60/40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0.9948</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0.955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0.9745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0.995</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solidFill>
                            <a:srgbClr val="434343"/>
                          </a:solidFill>
                          <a:latin typeface="Roboto"/>
                          <a:ea typeface="Roboto"/>
                          <a:cs typeface="Roboto"/>
                          <a:sym typeface="Roboto"/>
                        </a:rPr>
                        <a:t>0.9922</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5"/>
          <p:cNvSpPr txBox="1"/>
          <p:nvPr/>
        </p:nvSpPr>
        <p:spPr>
          <a:xfrm>
            <a:off x="480212" y="206010"/>
            <a:ext cx="8361900" cy="8571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IN" sz="2800">
                <a:solidFill>
                  <a:srgbClr val="572314"/>
                </a:solidFill>
                <a:latin typeface="Times New Roman"/>
                <a:ea typeface="Times New Roman"/>
                <a:cs typeface="Times New Roman"/>
                <a:sym typeface="Times New Roman"/>
              </a:rPr>
              <a:t>Experimentation</a:t>
            </a:r>
            <a:endParaRPr b="1" sz="2800">
              <a:solidFill>
                <a:srgbClr val="572314"/>
              </a:solidFill>
              <a:latin typeface="Times New Roman"/>
              <a:ea typeface="Times New Roman"/>
              <a:cs typeface="Times New Roman"/>
              <a:sym typeface="Times New Roman"/>
            </a:endParaRPr>
          </a:p>
        </p:txBody>
      </p:sp>
      <p:sp>
        <p:nvSpPr>
          <p:cNvPr id="393" name="Google Shape;393;p45"/>
          <p:cNvSpPr txBox="1"/>
          <p:nvPr/>
        </p:nvSpPr>
        <p:spPr>
          <a:xfrm>
            <a:off x="408796" y="1095265"/>
            <a:ext cx="8504700" cy="36003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402480" marR="0" rtl="0" algn="l">
              <a:lnSpc>
                <a:spcPct val="100000"/>
              </a:lnSpc>
              <a:spcBef>
                <a:spcPts val="550"/>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601"/>
              </a:spcBef>
              <a:spcAft>
                <a:spcPts val="0"/>
              </a:spcAft>
              <a:buClr>
                <a:schemeClr val="dk1"/>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394" name="Google Shape;394;p45"/>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395" name="Google Shape;395;p45"/>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
        <p:nvSpPr>
          <p:cNvPr id="396" name="Google Shape;396;p45"/>
          <p:cNvSpPr txBox="1"/>
          <p:nvPr/>
        </p:nvSpPr>
        <p:spPr>
          <a:xfrm>
            <a:off x="1308775" y="3603150"/>
            <a:ext cx="63264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100">
                <a:solidFill>
                  <a:schemeClr val="dk1"/>
                </a:solidFill>
              </a:rPr>
              <a:t>Table 7: Performance Metrics of </a:t>
            </a:r>
            <a:r>
              <a:rPr lang="en-IN" sz="1100">
                <a:solidFill>
                  <a:schemeClr val="dk1"/>
                </a:solidFill>
              </a:rPr>
              <a:t>XGBoost + RF + SVM Ensemble</a:t>
            </a:r>
            <a:endParaRPr sz="1200">
              <a:solidFill>
                <a:schemeClr val="dk1"/>
              </a:solidFill>
            </a:endParaRPr>
          </a:p>
        </p:txBody>
      </p:sp>
      <p:graphicFrame>
        <p:nvGraphicFramePr>
          <p:cNvPr id="397" name="Google Shape;397;p45"/>
          <p:cNvGraphicFramePr/>
          <p:nvPr/>
        </p:nvGraphicFramePr>
        <p:xfrm>
          <a:off x="0" y="1063100"/>
          <a:ext cx="3000000" cy="3000000"/>
        </p:xfrm>
        <a:graphic>
          <a:graphicData uri="http://schemas.openxmlformats.org/drawingml/2006/table">
            <a:tbl>
              <a:tblPr>
                <a:noFill/>
                <a:tableStyleId>{FD9EA8F1-F3C1-4F5E-87AB-E92E76008C01}</a:tableStyleId>
              </a:tblPr>
              <a:tblGrid>
                <a:gridCol w="1009650"/>
                <a:gridCol w="1114425"/>
                <a:gridCol w="895350"/>
                <a:gridCol w="1104900"/>
                <a:gridCol w="1181100"/>
                <a:gridCol w="1000125"/>
                <a:gridCol w="781050"/>
                <a:gridCol w="1209675"/>
                <a:gridCol w="847725"/>
              </a:tblGrid>
              <a:tr h="209550">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Model Variant</a:t>
                      </a:r>
                      <a:endParaRPr sz="1000">
                        <a:solidFill>
                          <a:srgbClr val="FFFFFF"/>
                        </a:solidFill>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Dataset</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Train/Test Split</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Accuracy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Precision</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Recall</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F1‑Score</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Specificity</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356854"/>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c>
                  <a:txBody>
                    <a:bodyPr/>
                    <a:lstStyle/>
                    <a:p>
                      <a:pPr indent="0" lvl="0" marL="0" rtl="0" algn="l">
                        <a:lnSpc>
                          <a:spcPct val="115000"/>
                        </a:lnSpc>
                        <a:spcBef>
                          <a:spcPts val="0"/>
                        </a:spcBef>
                        <a:spcAft>
                          <a:spcPts val="0"/>
                        </a:spcAft>
                        <a:buNone/>
                      </a:pPr>
                      <a:r>
                        <a:rPr lang="en-IN" sz="1000">
                          <a:solidFill>
                            <a:srgbClr val="FFFFFF"/>
                          </a:solidFill>
                          <a:latin typeface="Roboto"/>
                          <a:ea typeface="Roboto"/>
                          <a:cs typeface="Roboto"/>
                          <a:sym typeface="Roboto"/>
                        </a:rPr>
                        <a:t>AUC‑ROC</a:t>
                      </a:r>
                      <a:endParaRPr sz="1000">
                        <a:solidFill>
                          <a:srgbClr val="FFFFFF"/>
                        </a:solidFill>
                        <a:latin typeface="Roboto"/>
                        <a:ea typeface="Roboto"/>
                        <a:cs typeface="Roboto"/>
                        <a:sym typeface="Roboto"/>
                      </a:endParaRPr>
                    </a:p>
                  </a:txBody>
                  <a:tcPr marT="19050" marB="19050" marR="76200" marL="76200" anchor="ctr">
                    <a:lnL cap="flat" cmpd="sng" w="10575">
                      <a:solidFill>
                        <a:srgbClr val="356854"/>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284E3F"/>
                      </a:solidFill>
                      <a:prstDash val="solid"/>
                      <a:round/>
                      <a:headEnd len="sm" w="sm" type="none"/>
                      <a:tailEnd len="sm" w="sm" type="none"/>
                    </a:lnB>
                    <a:solidFill>
                      <a:srgbClr val="356854"/>
                    </a:solidFill>
                  </a:tcPr>
                </a:tc>
              </a:tr>
              <a:tr h="209550">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XGBoost</a:t>
                      </a:r>
                      <a:endParaRPr sz="1000">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Raw</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0.9737</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0.9286</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0.963</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0.9947</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284E3F"/>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XGBoost</a:t>
                      </a:r>
                      <a:endParaRPr sz="1000">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Balanced</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0.979</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0.9577</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0.9784</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0.998</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XGBoost</a:t>
                      </a:r>
                      <a:endParaRPr sz="1000">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Increased Size</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0.98</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0.96</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0.9796</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0.9973</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XGBoost</a:t>
                      </a:r>
                      <a:endParaRPr sz="1000">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Tuned</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0.975</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0.95</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0.9744</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0.9971</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XGBoost</a:t>
                      </a:r>
                      <a:endParaRPr sz="1000">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90/10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0.99</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0.98</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0.9899</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0.998</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XGBoost</a:t>
                      </a:r>
                      <a:endParaRPr sz="1000">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spcBef>
                          <a:spcPts val="0"/>
                        </a:spcBef>
                        <a:spcAft>
                          <a:spcPts val="0"/>
                        </a:spcAft>
                        <a:buNone/>
                      </a:pPr>
                      <a:r>
                        <a:t/>
                      </a:r>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80/20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0.98</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0.96</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0.9796</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0.9973</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6F8F9"/>
                    </a:solidFill>
                  </a:tcPr>
                </a:tc>
              </a:tr>
              <a:tr h="209550">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XGBoost</a:t>
                      </a:r>
                      <a:endParaRPr sz="1000">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70/30</a:t>
                      </a:r>
                      <a:endParaRPr sz="1000">
                        <a:solidFill>
                          <a:srgbClr val="434343"/>
                        </a:solidFill>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0.9734</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0.9467</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0.9726</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1</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FFFFF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0.9943</a:t>
                      </a:r>
                      <a:endParaRPr sz="1000">
                        <a:latin typeface="Roboto"/>
                        <a:ea typeface="Roboto"/>
                        <a:cs typeface="Roboto"/>
                        <a:sym typeface="Roboto"/>
                      </a:endParaRPr>
                    </a:p>
                  </a:txBody>
                  <a:tcPr marT="19050" marB="19050" marR="76200" marL="76200" anchor="ctr">
                    <a:lnL cap="flat" cmpd="sng" w="10575">
                      <a:solidFill>
                        <a:srgbClr val="FFFFFF"/>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F6F8F9"/>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IN" sz="1000">
                          <a:latin typeface="Roboto"/>
                          <a:ea typeface="Roboto"/>
                          <a:cs typeface="Roboto"/>
                          <a:sym typeface="Roboto"/>
                        </a:rPr>
                        <a:t>XGBoost</a:t>
                      </a:r>
                      <a:endParaRPr sz="1000">
                        <a:latin typeface="Roboto"/>
                        <a:ea typeface="Roboto"/>
                        <a:cs typeface="Roboto"/>
                        <a:sym typeface="Roboto"/>
                      </a:endParaRPr>
                    </a:p>
                  </a:txBody>
                  <a:tcPr marT="19050" marB="19050" marR="76200" marL="76200" anchor="ctr">
                    <a:lnL cap="flat" cmpd="sng" w="10575">
                      <a:solidFill>
                        <a:srgbClr val="284E3F"/>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spcBef>
                          <a:spcPts val="0"/>
                        </a:spcBef>
                        <a:spcAft>
                          <a:spcPts val="0"/>
                        </a:spcAft>
                        <a:buNone/>
                      </a:pPr>
                      <a:r>
                        <a:t/>
                      </a:r>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IN" sz="1000">
                          <a:solidFill>
                            <a:srgbClr val="434343"/>
                          </a:solidFill>
                          <a:latin typeface="Roboto"/>
                          <a:ea typeface="Roboto"/>
                          <a:cs typeface="Roboto"/>
                          <a:sym typeface="Roboto"/>
                        </a:rPr>
                        <a:t>60/40</a:t>
                      </a:r>
                      <a:endParaRPr sz="1000">
                        <a:solidFill>
                          <a:srgbClr val="434343"/>
                        </a:solidFill>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0.9725</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0.9896</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0.955</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0.972</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0.99</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F6F8F9"/>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IN" sz="1000">
                          <a:latin typeface="Roboto"/>
                          <a:ea typeface="Roboto"/>
                          <a:cs typeface="Roboto"/>
                          <a:sym typeface="Roboto"/>
                        </a:rPr>
                        <a:t>0.9949</a:t>
                      </a:r>
                      <a:endParaRPr sz="1000">
                        <a:latin typeface="Roboto"/>
                        <a:ea typeface="Roboto"/>
                        <a:cs typeface="Roboto"/>
                        <a:sym typeface="Roboto"/>
                      </a:endParaRPr>
                    </a:p>
                  </a:txBody>
                  <a:tcPr marT="19050" marB="19050" marR="76200" marL="76200" anchor="ctr">
                    <a:lnL cap="flat" cmpd="sng" w="10575">
                      <a:solidFill>
                        <a:srgbClr val="F6F8F9"/>
                      </a:solidFill>
                      <a:prstDash val="solid"/>
                      <a:round/>
                      <a:headEnd len="sm" w="sm" type="none"/>
                      <a:tailEnd len="sm" w="sm" type="none"/>
                    </a:lnL>
                    <a:lnR cap="flat" cmpd="sng" w="10575">
                      <a:solidFill>
                        <a:srgbClr val="284E3F"/>
                      </a:solidFill>
                      <a:prstDash val="solid"/>
                      <a:round/>
                      <a:headEnd len="sm" w="sm" type="none"/>
                      <a:tailEnd len="sm" w="sm" type="none"/>
                    </a:lnR>
                    <a:lnT cap="flat" cmpd="sng" w="10575">
                      <a:solidFill>
                        <a:srgbClr val="F6F8F9"/>
                      </a:solidFill>
                      <a:prstDash val="solid"/>
                      <a:round/>
                      <a:headEnd len="sm" w="sm" type="none"/>
                      <a:tailEnd len="sm" w="sm" type="none"/>
                    </a:lnT>
                    <a:lnB cap="flat" cmpd="sng" w="10575">
                      <a:solidFill>
                        <a:srgbClr val="284E3F"/>
                      </a:solidFill>
                      <a:prstDash val="solid"/>
                      <a:round/>
                      <a:headEnd len="sm" w="sm" type="none"/>
                      <a:tailEnd len="sm" w="sm" type="none"/>
                    </a:lnB>
                    <a:solidFill>
                      <a:srgbClr val="F6F8F9"/>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6"/>
          <p:cNvSpPr txBox="1"/>
          <p:nvPr/>
        </p:nvSpPr>
        <p:spPr>
          <a:xfrm>
            <a:off x="480212" y="206010"/>
            <a:ext cx="8361928" cy="8569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IN" sz="2800" u="none" cap="none" strike="noStrike">
                <a:solidFill>
                  <a:srgbClr val="572314"/>
                </a:solidFill>
                <a:latin typeface="Times New Roman"/>
                <a:ea typeface="Times New Roman"/>
                <a:cs typeface="Times New Roman"/>
                <a:sym typeface="Times New Roman"/>
              </a:rPr>
              <a:t>Conclusion and Future Scope</a:t>
            </a:r>
            <a:endParaRPr b="1" i="0" sz="2800" u="none" cap="none" strike="noStrike">
              <a:solidFill>
                <a:srgbClr val="572314"/>
              </a:solidFill>
              <a:latin typeface="Times New Roman"/>
              <a:ea typeface="Times New Roman"/>
              <a:cs typeface="Times New Roman"/>
              <a:sym typeface="Times New Roman"/>
            </a:endParaRPr>
          </a:p>
        </p:txBody>
      </p:sp>
      <p:sp>
        <p:nvSpPr>
          <p:cNvPr id="403" name="Google Shape;403;p46"/>
          <p:cNvSpPr txBox="1"/>
          <p:nvPr/>
        </p:nvSpPr>
        <p:spPr>
          <a:xfrm>
            <a:off x="428596" y="1085940"/>
            <a:ext cx="8504700" cy="36003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400"/>
              </a:spcBef>
              <a:spcAft>
                <a:spcPts val="0"/>
              </a:spcAft>
              <a:buClr>
                <a:schemeClr val="dk1"/>
              </a:buClr>
              <a:buSzPts val="1100"/>
              <a:buFont typeface="Arial"/>
              <a:buNone/>
            </a:pPr>
            <a:r>
              <a:rPr b="1" lang="en-IN" sz="1600">
                <a:solidFill>
                  <a:schemeClr val="dk1"/>
                </a:solidFill>
                <a:latin typeface="Gill Sans"/>
                <a:ea typeface="Gill Sans"/>
                <a:cs typeface="Gill Sans"/>
                <a:sym typeface="Gill Sans"/>
              </a:rPr>
              <a:t>Conclusion</a:t>
            </a:r>
            <a:endParaRPr>
              <a:solidFill>
                <a:schemeClr val="dk1"/>
              </a:solidFill>
              <a:latin typeface="Gill Sans"/>
              <a:ea typeface="Gill Sans"/>
              <a:cs typeface="Gill Sans"/>
              <a:sym typeface="Gill Sans"/>
            </a:endParaRPr>
          </a:p>
          <a:p>
            <a:pPr indent="-336550" lvl="0" marL="457200" rtl="0" algn="l">
              <a:lnSpc>
                <a:spcPct val="115000"/>
              </a:lnSpc>
              <a:spcBef>
                <a:spcPts val="1200"/>
              </a:spcBef>
              <a:spcAft>
                <a:spcPts val="0"/>
              </a:spcAft>
              <a:buClr>
                <a:schemeClr val="dk1"/>
              </a:buClr>
              <a:buSzPts val="1700"/>
              <a:buFont typeface="Gill Sans"/>
              <a:buChar char="●"/>
            </a:pPr>
            <a:r>
              <a:rPr b="1" lang="en-IN">
                <a:solidFill>
                  <a:schemeClr val="dk1"/>
                </a:solidFill>
                <a:latin typeface="Gill Sans"/>
                <a:ea typeface="Gill Sans"/>
                <a:cs typeface="Gill Sans"/>
                <a:sym typeface="Gill Sans"/>
              </a:rPr>
              <a:t>XGBoost–RF–SVM Voting Ensemble</a:t>
            </a:r>
            <a:r>
              <a:rPr lang="en-IN">
                <a:solidFill>
                  <a:schemeClr val="dk1"/>
                </a:solidFill>
                <a:latin typeface="Gill Sans"/>
                <a:ea typeface="Gill Sans"/>
                <a:cs typeface="Gill Sans"/>
                <a:sym typeface="Gill Sans"/>
              </a:rPr>
              <a:t> achieved the highest accuracy (</a:t>
            </a:r>
            <a:r>
              <a:rPr b="1" lang="en-IN">
                <a:solidFill>
                  <a:schemeClr val="dk1"/>
                </a:solidFill>
                <a:latin typeface="Gill Sans"/>
                <a:ea typeface="Gill Sans"/>
                <a:cs typeface="Gill Sans"/>
                <a:sym typeface="Gill Sans"/>
              </a:rPr>
              <a:t>99%</a:t>
            </a:r>
            <a:r>
              <a:rPr lang="en-IN">
                <a:solidFill>
                  <a:schemeClr val="dk1"/>
                </a:solidFill>
                <a:latin typeface="Gill Sans"/>
                <a:ea typeface="Gill Sans"/>
                <a:cs typeface="Gill Sans"/>
                <a:sym typeface="Gill Sans"/>
              </a:rPr>
              <a:t>), outperforming all other models.</a:t>
            </a:r>
            <a:endParaRPr>
              <a:solidFill>
                <a:schemeClr val="dk1"/>
              </a:solidFill>
              <a:latin typeface="Gill Sans"/>
              <a:ea typeface="Gill Sans"/>
              <a:cs typeface="Gill Sans"/>
              <a:sym typeface="Gill Sans"/>
            </a:endParaRPr>
          </a:p>
          <a:p>
            <a:pPr indent="-336550" lvl="0" marL="457200" rtl="0" algn="l">
              <a:lnSpc>
                <a:spcPct val="115000"/>
              </a:lnSpc>
              <a:spcBef>
                <a:spcPts val="0"/>
              </a:spcBef>
              <a:spcAft>
                <a:spcPts val="0"/>
              </a:spcAft>
              <a:buClr>
                <a:schemeClr val="dk1"/>
              </a:buClr>
              <a:buSzPts val="1700"/>
              <a:buFont typeface="Gill Sans"/>
              <a:buChar char="●"/>
            </a:pPr>
            <a:r>
              <a:rPr b="1" lang="en-IN">
                <a:solidFill>
                  <a:schemeClr val="dk1"/>
                </a:solidFill>
                <a:latin typeface="Gill Sans"/>
                <a:ea typeface="Gill Sans"/>
                <a:cs typeface="Gill Sans"/>
                <a:sym typeface="Gill Sans"/>
              </a:rPr>
              <a:t>Random Forest</a:t>
            </a:r>
            <a:r>
              <a:rPr lang="en-IN">
                <a:solidFill>
                  <a:schemeClr val="dk1"/>
                </a:solidFill>
                <a:latin typeface="Gill Sans"/>
                <a:ea typeface="Gill Sans"/>
                <a:cs typeface="Gill Sans"/>
                <a:sym typeface="Gill Sans"/>
              </a:rPr>
              <a:t> showed the most consistent performance, while </a:t>
            </a:r>
            <a:r>
              <a:rPr b="1" lang="en-IN">
                <a:solidFill>
                  <a:schemeClr val="dk1"/>
                </a:solidFill>
                <a:latin typeface="Gill Sans"/>
                <a:ea typeface="Gill Sans"/>
                <a:cs typeface="Gill Sans"/>
                <a:sym typeface="Gill Sans"/>
              </a:rPr>
              <a:t>SVM (RBF)</a:t>
            </a:r>
            <a:r>
              <a:rPr lang="en-IN">
                <a:solidFill>
                  <a:schemeClr val="dk1"/>
                </a:solidFill>
                <a:latin typeface="Gill Sans"/>
                <a:ea typeface="Gill Sans"/>
                <a:cs typeface="Gill Sans"/>
                <a:sym typeface="Gill Sans"/>
              </a:rPr>
              <a:t> achieved </a:t>
            </a:r>
            <a:r>
              <a:rPr b="1" lang="en-IN">
                <a:solidFill>
                  <a:schemeClr val="dk1"/>
                </a:solidFill>
                <a:latin typeface="Gill Sans"/>
                <a:ea typeface="Gill Sans"/>
                <a:cs typeface="Gill Sans"/>
                <a:sym typeface="Gill Sans"/>
              </a:rPr>
              <a:t>98% accuracy</a:t>
            </a:r>
            <a:r>
              <a:rPr lang="en-IN">
                <a:solidFill>
                  <a:schemeClr val="dk1"/>
                </a:solidFill>
                <a:latin typeface="Gill Sans"/>
                <a:ea typeface="Gill Sans"/>
                <a:cs typeface="Gill Sans"/>
                <a:sym typeface="Gill Sans"/>
              </a:rPr>
              <a:t> on augmented data.</a:t>
            </a:r>
            <a:endParaRPr>
              <a:solidFill>
                <a:schemeClr val="dk1"/>
              </a:solidFill>
              <a:latin typeface="Gill Sans"/>
              <a:ea typeface="Gill Sans"/>
              <a:cs typeface="Gill Sans"/>
              <a:sym typeface="Gill Sans"/>
            </a:endParaRPr>
          </a:p>
          <a:p>
            <a:pPr indent="-336550" lvl="0" marL="457200" rtl="0" algn="l">
              <a:lnSpc>
                <a:spcPct val="115000"/>
              </a:lnSpc>
              <a:spcBef>
                <a:spcPts val="0"/>
              </a:spcBef>
              <a:spcAft>
                <a:spcPts val="0"/>
              </a:spcAft>
              <a:buClr>
                <a:schemeClr val="dk1"/>
              </a:buClr>
              <a:buSzPts val="1700"/>
              <a:buFont typeface="Gill Sans"/>
              <a:buChar char="●"/>
            </a:pPr>
            <a:r>
              <a:rPr lang="en-IN">
                <a:solidFill>
                  <a:schemeClr val="dk1"/>
                </a:solidFill>
                <a:latin typeface="Gill Sans"/>
                <a:ea typeface="Gill Sans"/>
                <a:cs typeface="Gill Sans"/>
                <a:sym typeface="Gill Sans"/>
              </a:rPr>
              <a:t>Data balancing significantly improved malignant case detection, increasing recall from </a:t>
            </a:r>
            <a:r>
              <a:rPr b="1" lang="en-IN">
                <a:solidFill>
                  <a:schemeClr val="dk1"/>
                </a:solidFill>
                <a:latin typeface="Gill Sans"/>
                <a:ea typeface="Gill Sans"/>
                <a:cs typeface="Gill Sans"/>
                <a:sym typeface="Gill Sans"/>
              </a:rPr>
              <a:t>69.05% to 98.59%</a:t>
            </a:r>
            <a:r>
              <a:rPr lang="en-IN">
                <a:solidFill>
                  <a:schemeClr val="dk1"/>
                </a:solidFill>
                <a:latin typeface="Gill Sans"/>
                <a:ea typeface="Gill Sans"/>
                <a:cs typeface="Gill Sans"/>
                <a:sym typeface="Gill Sans"/>
              </a:rPr>
              <a:t> for SVM (Polynomial).</a:t>
            </a:r>
            <a:endParaRPr>
              <a:solidFill>
                <a:schemeClr val="dk1"/>
              </a:solidFill>
              <a:latin typeface="Gill Sans"/>
              <a:ea typeface="Gill Sans"/>
              <a:cs typeface="Gill Sans"/>
              <a:sym typeface="Gill Sans"/>
            </a:endParaRPr>
          </a:p>
          <a:p>
            <a:pPr indent="-336550" lvl="0" marL="457200" rtl="0" algn="l">
              <a:lnSpc>
                <a:spcPct val="115000"/>
              </a:lnSpc>
              <a:spcBef>
                <a:spcPts val="0"/>
              </a:spcBef>
              <a:spcAft>
                <a:spcPts val="0"/>
              </a:spcAft>
              <a:buClr>
                <a:schemeClr val="dk1"/>
              </a:buClr>
              <a:buSzPts val="1700"/>
              <a:buFont typeface="Gill Sans"/>
              <a:buChar char="●"/>
            </a:pPr>
            <a:r>
              <a:rPr lang="en-IN">
                <a:solidFill>
                  <a:schemeClr val="dk1"/>
                </a:solidFill>
                <a:latin typeface="Gill Sans"/>
                <a:ea typeface="Gill Sans"/>
                <a:cs typeface="Gill Sans"/>
                <a:sym typeface="Gill Sans"/>
              </a:rPr>
              <a:t>The </a:t>
            </a:r>
            <a:r>
              <a:rPr b="1" lang="en-IN">
                <a:solidFill>
                  <a:schemeClr val="dk1"/>
                </a:solidFill>
                <a:latin typeface="Gill Sans"/>
                <a:ea typeface="Gill Sans"/>
                <a:cs typeface="Gill Sans"/>
                <a:sym typeface="Gill Sans"/>
              </a:rPr>
              <a:t>90:10 train–test split</a:t>
            </a:r>
            <a:r>
              <a:rPr lang="en-IN">
                <a:solidFill>
                  <a:schemeClr val="dk1"/>
                </a:solidFill>
                <a:latin typeface="Gill Sans"/>
                <a:ea typeface="Gill Sans"/>
                <a:cs typeface="Gill Sans"/>
                <a:sym typeface="Gill Sans"/>
              </a:rPr>
              <a:t> produced the best overall results across models.</a:t>
            </a:r>
            <a:endParaRPr>
              <a:solidFill>
                <a:schemeClr val="dk1"/>
              </a:solidFill>
              <a:latin typeface="Gill Sans"/>
              <a:ea typeface="Gill Sans"/>
              <a:cs typeface="Gill Sans"/>
              <a:sym typeface="Gill Sans"/>
            </a:endParaRPr>
          </a:p>
          <a:p>
            <a:pPr indent="-336550" lvl="0" marL="457200" rtl="0" algn="l">
              <a:lnSpc>
                <a:spcPct val="115000"/>
              </a:lnSpc>
              <a:spcBef>
                <a:spcPts val="0"/>
              </a:spcBef>
              <a:spcAft>
                <a:spcPts val="0"/>
              </a:spcAft>
              <a:buClr>
                <a:schemeClr val="dk1"/>
              </a:buClr>
              <a:buSzPts val="1700"/>
              <a:buFont typeface="Gill Sans"/>
              <a:buChar char="●"/>
            </a:pPr>
            <a:r>
              <a:rPr b="1" lang="en-IN">
                <a:solidFill>
                  <a:schemeClr val="dk1"/>
                </a:solidFill>
                <a:latin typeface="Gill Sans"/>
                <a:ea typeface="Gill Sans"/>
                <a:cs typeface="Gill Sans"/>
                <a:sym typeface="Gill Sans"/>
              </a:rPr>
              <a:t>SHAP analysis</a:t>
            </a:r>
            <a:r>
              <a:rPr lang="en-IN">
                <a:solidFill>
                  <a:schemeClr val="dk1"/>
                </a:solidFill>
                <a:latin typeface="Gill Sans"/>
                <a:ea typeface="Gill Sans"/>
                <a:cs typeface="Gill Sans"/>
                <a:sym typeface="Gill Sans"/>
              </a:rPr>
              <a:t> identified </a:t>
            </a:r>
            <a:r>
              <a:rPr b="1" lang="en-IN">
                <a:solidFill>
                  <a:schemeClr val="dk1"/>
                </a:solidFill>
                <a:latin typeface="Gill Sans"/>
                <a:ea typeface="Gill Sans"/>
                <a:cs typeface="Gill Sans"/>
                <a:sym typeface="Gill Sans"/>
              </a:rPr>
              <a:t>concavity, concave points, area, and perimeter</a:t>
            </a:r>
            <a:r>
              <a:rPr lang="en-IN">
                <a:solidFill>
                  <a:schemeClr val="dk1"/>
                </a:solidFill>
                <a:latin typeface="Gill Sans"/>
                <a:ea typeface="Gill Sans"/>
                <a:cs typeface="Gill Sans"/>
                <a:sym typeface="Gill Sans"/>
              </a:rPr>
              <a:t> as the most influential features.</a:t>
            </a:r>
            <a:endParaRPr>
              <a:solidFill>
                <a:schemeClr val="dk1"/>
              </a:solidFill>
              <a:latin typeface="Gill Sans"/>
              <a:ea typeface="Gill Sans"/>
              <a:cs typeface="Gill Sans"/>
              <a:sym typeface="Gill Sans"/>
            </a:endParaRPr>
          </a:p>
          <a:p>
            <a:pPr indent="-336550" lvl="0" marL="457200" rtl="0" algn="l">
              <a:lnSpc>
                <a:spcPct val="115000"/>
              </a:lnSpc>
              <a:spcBef>
                <a:spcPts val="0"/>
              </a:spcBef>
              <a:spcAft>
                <a:spcPts val="0"/>
              </a:spcAft>
              <a:buClr>
                <a:schemeClr val="dk1"/>
              </a:buClr>
              <a:buSzPts val="1700"/>
              <a:buFont typeface="Gill Sans"/>
              <a:buChar char="●"/>
            </a:pPr>
            <a:r>
              <a:rPr lang="en-IN">
                <a:solidFill>
                  <a:schemeClr val="dk1"/>
                </a:solidFill>
                <a:latin typeface="Gill Sans"/>
                <a:ea typeface="Gill Sans"/>
                <a:cs typeface="Gill Sans"/>
                <a:sym typeface="Gill Sans"/>
              </a:rPr>
              <a:t>The proposed approach provides </a:t>
            </a:r>
            <a:r>
              <a:rPr b="1" lang="en-IN">
                <a:solidFill>
                  <a:schemeClr val="dk1"/>
                </a:solidFill>
                <a:latin typeface="Gill Sans"/>
                <a:ea typeface="Gill Sans"/>
                <a:cs typeface="Gill Sans"/>
                <a:sym typeface="Gill Sans"/>
              </a:rPr>
              <a:t>high accuracy, strong recall, and low computational cost</a:t>
            </a:r>
            <a:r>
              <a:rPr lang="en-IN">
                <a:solidFill>
                  <a:schemeClr val="dk1"/>
                </a:solidFill>
                <a:latin typeface="Gill Sans"/>
                <a:ea typeface="Gill Sans"/>
                <a:cs typeface="Gill Sans"/>
                <a:sym typeface="Gill Sans"/>
              </a:rPr>
              <a:t>, making it suitable for early breast cancer detection.</a:t>
            </a:r>
            <a:endParaRPr sz="1700">
              <a:solidFill>
                <a:schemeClr val="dk1"/>
              </a:solidFill>
              <a:latin typeface="Gill Sans"/>
              <a:ea typeface="Gill Sans"/>
              <a:cs typeface="Gill Sans"/>
              <a:sym typeface="Gill Sans"/>
            </a:endParaRPr>
          </a:p>
        </p:txBody>
      </p:sp>
      <p:sp>
        <p:nvSpPr>
          <p:cNvPr id="404" name="Google Shape;404;p46"/>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405" name="Google Shape;405;p46"/>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7"/>
          <p:cNvSpPr txBox="1"/>
          <p:nvPr/>
        </p:nvSpPr>
        <p:spPr>
          <a:xfrm>
            <a:off x="480212" y="206010"/>
            <a:ext cx="8361900" cy="8571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IN" sz="2800" u="none" cap="none" strike="noStrike">
                <a:solidFill>
                  <a:srgbClr val="572314"/>
                </a:solidFill>
                <a:latin typeface="Times New Roman"/>
                <a:ea typeface="Times New Roman"/>
                <a:cs typeface="Times New Roman"/>
                <a:sym typeface="Times New Roman"/>
              </a:rPr>
              <a:t>Conclusion and Future Scope</a:t>
            </a:r>
            <a:endParaRPr b="1" i="0" sz="2800" u="none" cap="none" strike="noStrike">
              <a:solidFill>
                <a:srgbClr val="572314"/>
              </a:solidFill>
              <a:latin typeface="Times New Roman"/>
              <a:ea typeface="Times New Roman"/>
              <a:cs typeface="Times New Roman"/>
              <a:sym typeface="Times New Roman"/>
            </a:endParaRPr>
          </a:p>
        </p:txBody>
      </p:sp>
      <p:sp>
        <p:nvSpPr>
          <p:cNvPr id="411" name="Google Shape;411;p47"/>
          <p:cNvSpPr txBox="1"/>
          <p:nvPr/>
        </p:nvSpPr>
        <p:spPr>
          <a:xfrm>
            <a:off x="428596" y="1085940"/>
            <a:ext cx="8504700" cy="36003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400"/>
              </a:spcBef>
              <a:spcAft>
                <a:spcPts val="0"/>
              </a:spcAft>
              <a:buClr>
                <a:schemeClr val="dk1"/>
              </a:buClr>
              <a:buSzPts val="1100"/>
              <a:buFont typeface="Arial"/>
              <a:buNone/>
            </a:pPr>
            <a:r>
              <a:rPr b="1" lang="en-IN" sz="1600">
                <a:solidFill>
                  <a:schemeClr val="dk1"/>
                </a:solidFill>
                <a:latin typeface="Gill Sans"/>
                <a:ea typeface="Gill Sans"/>
                <a:cs typeface="Gill Sans"/>
                <a:sym typeface="Gill Sans"/>
              </a:rPr>
              <a:t>Future Scope</a:t>
            </a:r>
            <a:endParaRPr b="1" sz="1600">
              <a:solidFill>
                <a:schemeClr val="dk1"/>
              </a:solidFill>
              <a:latin typeface="Gill Sans"/>
              <a:ea typeface="Gill Sans"/>
              <a:cs typeface="Gill Sans"/>
              <a:sym typeface="Gill Sans"/>
            </a:endParaRPr>
          </a:p>
          <a:p>
            <a:pPr indent="0" lvl="0" marL="0" rtl="0" algn="l">
              <a:lnSpc>
                <a:spcPct val="115000"/>
              </a:lnSpc>
              <a:spcBef>
                <a:spcPts val="1200"/>
              </a:spcBef>
              <a:spcAft>
                <a:spcPts val="0"/>
              </a:spcAft>
              <a:buNone/>
            </a:pPr>
            <a:r>
              <a:rPr lang="en-IN">
                <a:solidFill>
                  <a:schemeClr val="dk1"/>
                </a:solidFill>
                <a:latin typeface="Gill Sans"/>
                <a:ea typeface="Gill Sans"/>
                <a:cs typeface="Gill Sans"/>
                <a:sym typeface="Gill Sans"/>
              </a:rPr>
              <a:t>1. Extend the model to larger, multi-center datasets for improved generalization and validation across diverse patient populations.</a:t>
            </a:r>
            <a:endParaRPr>
              <a:solidFill>
                <a:schemeClr val="dk1"/>
              </a:solidFill>
              <a:latin typeface="Gill Sans"/>
              <a:ea typeface="Gill Sans"/>
              <a:cs typeface="Gill Sans"/>
              <a:sym typeface="Gill Sans"/>
            </a:endParaRPr>
          </a:p>
          <a:p>
            <a:pPr indent="0" lvl="0" marL="0" rtl="0" algn="l">
              <a:lnSpc>
                <a:spcPct val="115000"/>
              </a:lnSpc>
              <a:spcBef>
                <a:spcPts val="1200"/>
              </a:spcBef>
              <a:spcAft>
                <a:spcPts val="0"/>
              </a:spcAft>
              <a:buNone/>
            </a:pPr>
            <a:r>
              <a:rPr lang="en-IN">
                <a:solidFill>
                  <a:schemeClr val="dk1"/>
                </a:solidFill>
                <a:latin typeface="Gill Sans"/>
                <a:ea typeface="Gill Sans"/>
                <a:cs typeface="Gill Sans"/>
                <a:sym typeface="Gill Sans"/>
              </a:rPr>
              <a:t>2. Integrate deep learning architectures such as CNNs and hybrid ensemble techniques for enhanced feature extraction and potential performance gains.</a:t>
            </a:r>
            <a:endParaRPr>
              <a:solidFill>
                <a:schemeClr val="dk1"/>
              </a:solidFill>
              <a:latin typeface="Gill Sans"/>
              <a:ea typeface="Gill Sans"/>
              <a:cs typeface="Gill Sans"/>
              <a:sym typeface="Gill Sans"/>
            </a:endParaRPr>
          </a:p>
          <a:p>
            <a:pPr indent="0" lvl="0" marL="0" rtl="0" algn="l">
              <a:lnSpc>
                <a:spcPct val="115000"/>
              </a:lnSpc>
              <a:spcBef>
                <a:spcPts val="1200"/>
              </a:spcBef>
              <a:spcAft>
                <a:spcPts val="0"/>
              </a:spcAft>
              <a:buNone/>
            </a:pPr>
            <a:r>
              <a:rPr lang="en-IN">
                <a:solidFill>
                  <a:schemeClr val="dk1"/>
                </a:solidFill>
                <a:latin typeface="Gill Sans"/>
                <a:ea typeface="Gill Sans"/>
                <a:cs typeface="Gill Sans"/>
                <a:sym typeface="Gill Sans"/>
              </a:rPr>
              <a:t>3. Deploy the Streamlit application as a clinical decision-support tool with real-time prediction capability and user-friendly interface for healthcare practitioners.</a:t>
            </a:r>
            <a:endParaRPr>
              <a:solidFill>
                <a:schemeClr val="dk1"/>
              </a:solidFill>
              <a:latin typeface="Gill Sans"/>
              <a:ea typeface="Gill Sans"/>
              <a:cs typeface="Gill Sans"/>
              <a:sym typeface="Gill Sans"/>
            </a:endParaRPr>
          </a:p>
          <a:p>
            <a:pPr indent="0" lvl="0" marL="0" rtl="0" algn="l">
              <a:lnSpc>
                <a:spcPct val="115000"/>
              </a:lnSpc>
              <a:spcBef>
                <a:spcPts val="1200"/>
              </a:spcBef>
              <a:spcAft>
                <a:spcPts val="0"/>
              </a:spcAft>
              <a:buNone/>
            </a:pPr>
            <a:r>
              <a:rPr lang="en-IN">
                <a:solidFill>
                  <a:schemeClr val="dk1"/>
                </a:solidFill>
                <a:latin typeface="Gill Sans"/>
                <a:ea typeface="Gill Sans"/>
                <a:cs typeface="Gill Sans"/>
                <a:sym typeface="Gill Sans"/>
              </a:rPr>
              <a:t>4. Explore advanced explainable AI (XAI) methods beyond SHAP to further improve transparency and trust in medical diagnostic systems.</a:t>
            </a:r>
            <a:endParaRPr>
              <a:solidFill>
                <a:schemeClr val="dk1"/>
              </a:solidFill>
              <a:latin typeface="Gill Sans"/>
              <a:ea typeface="Gill Sans"/>
              <a:cs typeface="Gill Sans"/>
              <a:sym typeface="Gill Sans"/>
            </a:endParaRPr>
          </a:p>
          <a:p>
            <a:pPr indent="0" lvl="0" marL="0" rtl="0" algn="l">
              <a:lnSpc>
                <a:spcPct val="115000"/>
              </a:lnSpc>
              <a:spcBef>
                <a:spcPts val="1200"/>
              </a:spcBef>
              <a:spcAft>
                <a:spcPts val="0"/>
              </a:spcAft>
              <a:buNone/>
            </a:pPr>
            <a:r>
              <a:rPr lang="en-IN">
                <a:solidFill>
                  <a:schemeClr val="dk1"/>
                </a:solidFill>
                <a:latin typeface="Gill Sans"/>
                <a:ea typeface="Gill Sans"/>
                <a:cs typeface="Gill Sans"/>
                <a:sym typeface="Gill Sans"/>
              </a:rPr>
              <a:t>5. Implement automated feature selection techniques to reduce dimensionality and optimize model performance for deployment on resource-constrained devices.</a:t>
            </a:r>
            <a:endParaRPr>
              <a:solidFill>
                <a:schemeClr val="dk1"/>
              </a:solidFill>
              <a:latin typeface="Gill Sans"/>
              <a:ea typeface="Gill Sans"/>
              <a:cs typeface="Gill Sans"/>
              <a:sym typeface="Gill Sans"/>
            </a:endParaRPr>
          </a:p>
          <a:p>
            <a:pPr indent="0" lvl="0" marL="0" rtl="0" algn="l">
              <a:lnSpc>
                <a:spcPct val="115000"/>
              </a:lnSpc>
              <a:spcBef>
                <a:spcPts val="1200"/>
              </a:spcBef>
              <a:spcAft>
                <a:spcPts val="1200"/>
              </a:spcAft>
              <a:buNone/>
            </a:pPr>
            <a:r>
              <a:t/>
            </a:r>
            <a:endParaRPr b="1" sz="1600">
              <a:solidFill>
                <a:schemeClr val="dk1"/>
              </a:solidFill>
              <a:latin typeface="Gill Sans"/>
              <a:ea typeface="Gill Sans"/>
              <a:cs typeface="Gill Sans"/>
              <a:sym typeface="Gill Sans"/>
            </a:endParaRPr>
          </a:p>
        </p:txBody>
      </p:sp>
      <p:sp>
        <p:nvSpPr>
          <p:cNvPr id="412" name="Google Shape;412;p47"/>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I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413" name="Google Shape;413;p47"/>
          <p:cNvPicPr preferRelativeResize="0"/>
          <p:nvPr/>
        </p:nvPicPr>
        <p:blipFill rotWithShape="1">
          <a:blip r:embed="rId3">
            <a:alphaModFix/>
          </a:blip>
          <a:srcRect b="0" l="0" r="0" t="0"/>
          <a:stretch/>
        </p:blipFill>
        <p:spPr>
          <a:xfrm>
            <a:off x="8173832" y="1890"/>
            <a:ext cx="970168" cy="9136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8"/>
          <p:cNvSpPr txBox="1"/>
          <p:nvPr>
            <p:ph type="title"/>
          </p:nvPr>
        </p:nvSpPr>
        <p:spPr>
          <a:xfrm>
            <a:off x="572042" y="433576"/>
            <a:ext cx="8433300" cy="554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rgbClr val="572314"/>
              </a:buClr>
              <a:buSzPts val="2500"/>
              <a:buFont typeface="Times New Roman"/>
              <a:buNone/>
            </a:pPr>
            <a:r>
              <a:rPr b="1" lang="en-IN" sz="2800">
                <a:solidFill>
                  <a:srgbClr val="572314"/>
                </a:solidFill>
                <a:latin typeface="Times New Roman"/>
                <a:ea typeface="Times New Roman"/>
                <a:cs typeface="Times New Roman"/>
                <a:sym typeface="Times New Roman"/>
              </a:rPr>
              <a:t>References</a:t>
            </a:r>
            <a:endParaRPr b="1" sz="2800">
              <a:solidFill>
                <a:srgbClr val="572314"/>
              </a:solidFill>
              <a:latin typeface="Times New Roman"/>
              <a:ea typeface="Times New Roman"/>
              <a:cs typeface="Times New Roman"/>
              <a:sym typeface="Times New Roman"/>
            </a:endParaRPr>
          </a:p>
        </p:txBody>
      </p:sp>
      <p:graphicFrame>
        <p:nvGraphicFramePr>
          <p:cNvPr id="420" name="Google Shape;420;p48"/>
          <p:cNvGraphicFramePr/>
          <p:nvPr/>
        </p:nvGraphicFramePr>
        <p:xfrm>
          <a:off x="683568" y="987574"/>
          <a:ext cx="3000000" cy="3000000"/>
        </p:xfrm>
        <a:graphic>
          <a:graphicData uri="http://schemas.openxmlformats.org/drawingml/2006/table">
            <a:tbl>
              <a:tblPr>
                <a:noFill/>
                <a:tableStyleId>{FD9EA8F1-F3C1-4F5E-87AB-E92E76008C01}</a:tableStyleId>
              </a:tblPr>
              <a:tblGrid>
                <a:gridCol w="357925"/>
                <a:gridCol w="7516000"/>
              </a:tblGrid>
              <a:tr h="819425">
                <a:tc>
                  <a:txBody>
                    <a:bodyPr/>
                    <a:lstStyle/>
                    <a:p>
                      <a:pPr indent="0" lvl="0" marL="0" marR="0" rtl="0" algn="just">
                        <a:lnSpc>
                          <a:spcPct val="114999"/>
                        </a:lnSpc>
                        <a:spcBef>
                          <a:spcPts val="0"/>
                        </a:spcBef>
                        <a:spcAft>
                          <a:spcPts val="0"/>
                        </a:spcAft>
                        <a:buClr>
                          <a:schemeClr val="dk1"/>
                        </a:buClr>
                        <a:buSzPts val="1400"/>
                        <a:buFont typeface="Arial"/>
                        <a:buNone/>
                      </a:pPr>
                      <a:r>
                        <a:rPr lang="en-IN" sz="1400" u="none" cap="none" strike="noStrike">
                          <a:latin typeface="Arial"/>
                          <a:ea typeface="Arial"/>
                          <a:cs typeface="Arial"/>
                          <a:sym typeface="Arial"/>
                        </a:rPr>
                        <a:t>[1] </a:t>
                      </a:r>
                      <a:endParaRPr sz="1800" u="none" cap="none" strike="noStrike"/>
                    </a:p>
                    <a:p>
                      <a:pPr indent="0" lvl="0" marL="0" marR="0" rtl="0" algn="just">
                        <a:lnSpc>
                          <a:spcPct val="114999"/>
                        </a:lnSpc>
                        <a:spcBef>
                          <a:spcPts val="800"/>
                        </a:spcBef>
                        <a:spcAft>
                          <a:spcPts val="0"/>
                        </a:spcAft>
                        <a:buClr>
                          <a:schemeClr val="dk1"/>
                        </a:buClr>
                        <a:buSzPts val="1400"/>
                        <a:buFont typeface="Arial"/>
                        <a:buNone/>
                      </a:pPr>
                      <a:r>
                        <a:rPr lang="en-IN" sz="1400" u="none" cap="none" strike="noStrike">
                          <a:latin typeface="Arial"/>
                          <a:ea typeface="Arial"/>
                          <a:cs typeface="Arial"/>
                          <a:sym typeface="Arial"/>
                        </a:rPr>
                        <a:t>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Clr>
                          <a:schemeClr val="dk1"/>
                        </a:buClr>
                        <a:buSzPts val="1400"/>
                        <a:buFont typeface="Arial"/>
                        <a:buNone/>
                      </a:pPr>
                      <a:r>
                        <a:rPr lang="en-IN"/>
                        <a:t>Zhu, J., Zhao, Z., Yin, B., Wu, C., Yin, C., Chen, R. and Ding, Y., 2025. An integrated approach of feature selection and machine learning for early detection of breast cancer. Scientific reports, 15(1), p.13015.</a:t>
                      </a:r>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11725">
                <a:tc>
                  <a:txBody>
                    <a:bodyPr/>
                    <a:lstStyle/>
                    <a:p>
                      <a:pPr indent="0" lvl="0" marL="0" marR="0" rtl="0" algn="just">
                        <a:lnSpc>
                          <a:spcPct val="114999"/>
                        </a:lnSpc>
                        <a:spcBef>
                          <a:spcPts val="0"/>
                        </a:spcBef>
                        <a:spcAft>
                          <a:spcPts val="0"/>
                        </a:spcAft>
                        <a:buClr>
                          <a:schemeClr val="dk1"/>
                        </a:buClr>
                        <a:buSzPts val="1400"/>
                        <a:buFont typeface="Arial"/>
                        <a:buNone/>
                      </a:pPr>
                      <a:r>
                        <a:rPr lang="en-IN" sz="1400" u="none" cap="none" strike="noStrike">
                          <a:latin typeface="Arial"/>
                          <a:ea typeface="Arial"/>
                          <a:cs typeface="Arial"/>
                          <a:sym typeface="Arial"/>
                        </a:rPr>
                        <a:t>[2] </a:t>
                      </a:r>
                      <a:endParaRPr sz="1800" u="none" cap="none" strike="noStrike"/>
                    </a:p>
                    <a:p>
                      <a:pPr indent="0" lvl="0" marL="0" marR="0" rtl="0" algn="just">
                        <a:lnSpc>
                          <a:spcPct val="114999"/>
                        </a:lnSpc>
                        <a:spcBef>
                          <a:spcPts val="800"/>
                        </a:spcBef>
                        <a:spcAft>
                          <a:spcPts val="0"/>
                        </a:spcAft>
                        <a:buClr>
                          <a:schemeClr val="dk1"/>
                        </a:buClr>
                        <a:buSzPts val="1400"/>
                        <a:buFont typeface="Arial"/>
                        <a:buNone/>
                      </a:pPr>
                      <a:r>
                        <a:rPr lang="en-IN" sz="1400" u="none" cap="none" strike="noStrike">
                          <a:latin typeface="Arial"/>
                          <a:ea typeface="Arial"/>
                          <a:cs typeface="Arial"/>
                          <a:sym typeface="Arial"/>
                        </a:rPr>
                        <a:t>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Clr>
                          <a:schemeClr val="dk1"/>
                        </a:buClr>
                        <a:buSzPts val="1400"/>
                        <a:buFont typeface="Arial"/>
                        <a:buNone/>
                      </a:pPr>
                      <a:r>
                        <a:rPr lang="en-IN"/>
                        <a:t>Safdar, S., Rizwan, M., Gadekallu, T.R., Javed, A.R., Rahmani, M.K.I., Jawad, K. and Bhatia, S., 2022. Bio-imaging-based machine learning algorithm for breast cancer detection. Diagnostics, 12(5), p.1134.</a:t>
                      </a:r>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13650">
                <a:tc>
                  <a:txBody>
                    <a:bodyPr/>
                    <a:lstStyle/>
                    <a:p>
                      <a:pPr indent="0" lvl="0" marL="0" marR="0" rtl="0" algn="just">
                        <a:lnSpc>
                          <a:spcPct val="114999"/>
                        </a:lnSpc>
                        <a:spcBef>
                          <a:spcPts val="0"/>
                        </a:spcBef>
                        <a:spcAft>
                          <a:spcPts val="0"/>
                        </a:spcAft>
                        <a:buClr>
                          <a:schemeClr val="dk1"/>
                        </a:buClr>
                        <a:buSzPts val="1400"/>
                        <a:buFont typeface="Arial"/>
                        <a:buNone/>
                      </a:pPr>
                      <a:r>
                        <a:rPr lang="en-IN" sz="1400" u="none" cap="none" strike="noStrike">
                          <a:latin typeface="Arial"/>
                          <a:ea typeface="Arial"/>
                          <a:cs typeface="Arial"/>
                          <a:sym typeface="Arial"/>
                        </a:rPr>
                        <a:t>[3] </a:t>
                      </a:r>
                      <a:endParaRPr sz="1800" u="none" cap="none" strike="noStrike"/>
                    </a:p>
                    <a:p>
                      <a:pPr indent="0" lvl="0" marL="0" marR="0" rtl="0" algn="just">
                        <a:lnSpc>
                          <a:spcPct val="114999"/>
                        </a:lnSpc>
                        <a:spcBef>
                          <a:spcPts val="800"/>
                        </a:spcBef>
                        <a:spcAft>
                          <a:spcPts val="0"/>
                        </a:spcAft>
                        <a:buClr>
                          <a:schemeClr val="dk1"/>
                        </a:buClr>
                        <a:buSzPts val="1400"/>
                        <a:buFont typeface="Arial"/>
                        <a:buNone/>
                      </a:pPr>
                      <a:r>
                        <a:rPr lang="en-IN" sz="1400" u="none" cap="none" strike="noStrike">
                          <a:latin typeface="Arial"/>
                          <a:ea typeface="Arial"/>
                          <a:cs typeface="Arial"/>
                          <a:sym typeface="Arial"/>
                        </a:rPr>
                        <a:t>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Clr>
                          <a:schemeClr val="dk1"/>
                        </a:buClr>
                        <a:buSzPts val="1400"/>
                        <a:buFont typeface="Arial"/>
                        <a:buNone/>
                      </a:pPr>
                      <a:r>
                        <a:rPr lang="en-IN"/>
                        <a:t>Naji, M.A., El Filali, S., Aarika, K., Benlahmar, E.H., Ait Abdelouhahid, R. and Debauche, O., 2021. Machine learning algorithms for breast cancer prediction and diagnosis. Procedia computer science, 191, pp.487-492.</a:t>
                      </a:r>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29325">
                <a:tc>
                  <a:txBody>
                    <a:bodyPr/>
                    <a:lstStyle/>
                    <a:p>
                      <a:pPr indent="0" lvl="0" marL="0" marR="0" rtl="0" algn="just">
                        <a:lnSpc>
                          <a:spcPct val="114999"/>
                        </a:lnSpc>
                        <a:spcBef>
                          <a:spcPts val="0"/>
                        </a:spcBef>
                        <a:spcAft>
                          <a:spcPts val="0"/>
                        </a:spcAft>
                        <a:buClr>
                          <a:schemeClr val="dk1"/>
                        </a:buClr>
                        <a:buSzPts val="1400"/>
                        <a:buFont typeface="Arial"/>
                        <a:buNone/>
                      </a:pPr>
                      <a:r>
                        <a:rPr lang="en-IN" sz="1400" u="none" cap="none" strike="noStrike">
                          <a:latin typeface="Arial"/>
                          <a:ea typeface="Arial"/>
                          <a:cs typeface="Arial"/>
                          <a:sym typeface="Arial"/>
                        </a:rPr>
                        <a:t>[4] </a:t>
                      </a:r>
                      <a:endParaRPr sz="1800" u="none" cap="none" strike="noStrike"/>
                    </a:p>
                    <a:p>
                      <a:pPr indent="0" lvl="0" marL="0" marR="0" rtl="0" algn="just">
                        <a:lnSpc>
                          <a:spcPct val="114999"/>
                        </a:lnSpc>
                        <a:spcBef>
                          <a:spcPts val="800"/>
                        </a:spcBef>
                        <a:spcAft>
                          <a:spcPts val="0"/>
                        </a:spcAft>
                        <a:buClr>
                          <a:schemeClr val="dk1"/>
                        </a:buClr>
                        <a:buSzPts val="1400"/>
                        <a:buFont typeface="Arial"/>
                        <a:buNone/>
                      </a:pPr>
                      <a:r>
                        <a:rPr lang="en-IN" sz="1400" u="none" cap="none" strike="noStrike">
                          <a:latin typeface="Arial"/>
                          <a:ea typeface="Arial"/>
                          <a:cs typeface="Arial"/>
                          <a:sym typeface="Arial"/>
                        </a:rPr>
                        <a:t>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Clr>
                          <a:schemeClr val="dk1"/>
                        </a:buClr>
                        <a:buSzPts val="1400"/>
                        <a:buFont typeface="Arial"/>
                        <a:buNone/>
                      </a:pPr>
                      <a:r>
                        <a:rPr lang="en-IN"/>
                        <a:t>Van FC, L.L., Anam, M.K., Bukhori, S., Mahamad, A.K., Saon, S. and Nyoto, R.L.V., 2025. The development of stacking techniques in machine learning for breast cancer detection. Journal of Applied Data Sciences, 6(1), pp.71-85.</a:t>
                      </a:r>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83600">
                <a:tc>
                  <a:txBody>
                    <a:bodyPr/>
                    <a:lstStyle/>
                    <a:p>
                      <a:pPr indent="0" lvl="0" marL="0" marR="0" rtl="0" algn="just">
                        <a:lnSpc>
                          <a:spcPct val="114999"/>
                        </a:lnSpc>
                        <a:spcBef>
                          <a:spcPts val="0"/>
                        </a:spcBef>
                        <a:spcAft>
                          <a:spcPts val="0"/>
                        </a:spcAft>
                        <a:buClr>
                          <a:schemeClr val="dk1"/>
                        </a:buClr>
                        <a:buSzPts val="1400"/>
                        <a:buFont typeface="Arial"/>
                        <a:buNone/>
                      </a:pPr>
                      <a:r>
                        <a:rPr lang="en-IN" sz="1400" u="none" cap="none" strike="noStrike">
                          <a:latin typeface="Arial"/>
                          <a:ea typeface="Arial"/>
                          <a:cs typeface="Arial"/>
                          <a:sym typeface="Arial"/>
                        </a:rPr>
                        <a:t>[5] </a:t>
                      </a:r>
                      <a:endParaRPr sz="1800" u="none" cap="none" strike="noStrike"/>
                    </a:p>
                    <a:p>
                      <a:pPr indent="0" lvl="0" marL="0" marR="0" rtl="0" algn="just">
                        <a:lnSpc>
                          <a:spcPct val="114999"/>
                        </a:lnSpc>
                        <a:spcBef>
                          <a:spcPts val="800"/>
                        </a:spcBef>
                        <a:spcAft>
                          <a:spcPts val="0"/>
                        </a:spcAft>
                        <a:buClr>
                          <a:schemeClr val="dk1"/>
                        </a:buClr>
                        <a:buSzPts val="1400"/>
                        <a:buFont typeface="Arial"/>
                        <a:buNone/>
                      </a:pPr>
                      <a:r>
                        <a:rPr lang="en-IN" sz="1400" u="none" cap="none" strike="noStrike">
                          <a:latin typeface="Arial"/>
                          <a:ea typeface="Arial"/>
                          <a:cs typeface="Arial"/>
                          <a:sym typeface="Arial"/>
                        </a:rPr>
                        <a:t>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Clr>
                          <a:schemeClr val="dk1"/>
                        </a:buClr>
                        <a:buSzPts val="1400"/>
                        <a:buFont typeface="Arial"/>
                        <a:buNone/>
                      </a:pPr>
                      <a:r>
                        <a:rPr lang="en-IN"/>
                        <a:t>Safdar, S., Rizwan, M., Gadekallu, T.R., Javed, A.R., Rahmani, M.K.I., Jawad, K. and Bhatia, S., 2022. Bio-imaging-based machine learning algorithm for breast cancer detection. Diagnostics, 12(5), p.1134.</a:t>
                      </a:r>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9"/>
          <p:cNvSpPr txBox="1"/>
          <p:nvPr>
            <p:ph type="title"/>
          </p:nvPr>
        </p:nvSpPr>
        <p:spPr>
          <a:xfrm>
            <a:off x="572042" y="433576"/>
            <a:ext cx="8433300" cy="554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rgbClr val="572314"/>
              </a:buClr>
              <a:buSzPts val="2500"/>
              <a:buFont typeface="Times New Roman"/>
              <a:buNone/>
            </a:pPr>
            <a:r>
              <a:rPr b="1" lang="en-IN" sz="2800">
                <a:solidFill>
                  <a:srgbClr val="572314"/>
                </a:solidFill>
                <a:latin typeface="Times New Roman"/>
                <a:ea typeface="Times New Roman"/>
                <a:cs typeface="Times New Roman"/>
                <a:sym typeface="Times New Roman"/>
              </a:rPr>
              <a:t>References</a:t>
            </a:r>
            <a:endParaRPr b="1" sz="2800">
              <a:solidFill>
                <a:srgbClr val="572314"/>
              </a:solidFill>
              <a:latin typeface="Times New Roman"/>
              <a:ea typeface="Times New Roman"/>
              <a:cs typeface="Times New Roman"/>
              <a:sym typeface="Times New Roman"/>
            </a:endParaRPr>
          </a:p>
        </p:txBody>
      </p:sp>
      <p:graphicFrame>
        <p:nvGraphicFramePr>
          <p:cNvPr id="427" name="Google Shape;427;p49"/>
          <p:cNvGraphicFramePr/>
          <p:nvPr/>
        </p:nvGraphicFramePr>
        <p:xfrm>
          <a:off x="683568" y="987574"/>
          <a:ext cx="3000000" cy="3000000"/>
        </p:xfrm>
        <a:graphic>
          <a:graphicData uri="http://schemas.openxmlformats.org/drawingml/2006/table">
            <a:tbl>
              <a:tblPr>
                <a:noFill/>
                <a:tableStyleId>{FD9EA8F1-F3C1-4F5E-87AB-E92E76008C01}</a:tableStyleId>
              </a:tblPr>
              <a:tblGrid>
                <a:gridCol w="469650"/>
                <a:gridCol w="7451250"/>
              </a:tblGrid>
              <a:tr h="808500">
                <a:tc>
                  <a:txBody>
                    <a:bodyPr/>
                    <a:lstStyle/>
                    <a:p>
                      <a:pPr indent="0" lvl="0" marL="0" marR="0" rtl="0" algn="just">
                        <a:lnSpc>
                          <a:spcPct val="114999"/>
                        </a:lnSpc>
                        <a:spcBef>
                          <a:spcPts val="0"/>
                        </a:spcBef>
                        <a:spcAft>
                          <a:spcPts val="0"/>
                        </a:spcAft>
                        <a:buClr>
                          <a:schemeClr val="dk1"/>
                        </a:buClr>
                        <a:buSzPts val="1400"/>
                        <a:buFont typeface="Arial"/>
                        <a:buNone/>
                      </a:pPr>
                      <a:r>
                        <a:rPr lang="en-IN" sz="1400" u="none" cap="none" strike="noStrike">
                          <a:latin typeface="Arial"/>
                          <a:ea typeface="Arial"/>
                          <a:cs typeface="Arial"/>
                          <a:sym typeface="Arial"/>
                        </a:rPr>
                        <a:t>[</a:t>
                      </a:r>
                      <a:r>
                        <a:rPr lang="en-IN"/>
                        <a:t>6</a:t>
                      </a:r>
                      <a:r>
                        <a:rPr lang="en-IN" sz="1400" u="none" cap="none" strike="noStrike">
                          <a:latin typeface="Arial"/>
                          <a:ea typeface="Arial"/>
                          <a:cs typeface="Arial"/>
                          <a:sym typeface="Arial"/>
                        </a:rPr>
                        <a:t>] </a:t>
                      </a:r>
                      <a:endParaRPr sz="1800" u="none" cap="none" strike="noStrike"/>
                    </a:p>
                    <a:p>
                      <a:pPr indent="0" lvl="0" marL="0" marR="0" rtl="0" algn="just">
                        <a:lnSpc>
                          <a:spcPct val="114999"/>
                        </a:lnSpc>
                        <a:spcBef>
                          <a:spcPts val="800"/>
                        </a:spcBef>
                        <a:spcAft>
                          <a:spcPts val="0"/>
                        </a:spcAft>
                        <a:buClr>
                          <a:schemeClr val="dk1"/>
                        </a:buClr>
                        <a:buSzPts val="1400"/>
                        <a:buFont typeface="Arial"/>
                        <a:buNone/>
                      </a:pPr>
                      <a:r>
                        <a:rPr lang="en-IN" sz="1400" u="none" cap="none" strike="noStrike">
                          <a:latin typeface="Arial"/>
                          <a:ea typeface="Arial"/>
                          <a:cs typeface="Arial"/>
                          <a:sym typeface="Arial"/>
                        </a:rPr>
                        <a:t>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Clr>
                          <a:schemeClr val="dk1"/>
                        </a:buClr>
                        <a:buSzPts val="1400"/>
                        <a:buFont typeface="Arial"/>
                        <a:buNone/>
                      </a:pPr>
                      <a:r>
                        <a:rPr lang="en-IN"/>
                        <a:t>Avcı, H. and Karakaya, J., 2023. A novel medical image enhancement algorithm for breast cancer detection on mammography images using machine learning. Diagnostics, 13(3), p.348.</a:t>
                      </a:r>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30475">
                <a:tc>
                  <a:txBody>
                    <a:bodyPr/>
                    <a:lstStyle/>
                    <a:p>
                      <a:pPr indent="0" lvl="0" marL="0" marR="0" rtl="0" algn="just">
                        <a:lnSpc>
                          <a:spcPct val="114999"/>
                        </a:lnSpc>
                        <a:spcBef>
                          <a:spcPts val="0"/>
                        </a:spcBef>
                        <a:spcAft>
                          <a:spcPts val="0"/>
                        </a:spcAft>
                        <a:buClr>
                          <a:schemeClr val="dk1"/>
                        </a:buClr>
                        <a:buSzPts val="1400"/>
                        <a:buFont typeface="Arial"/>
                        <a:buNone/>
                      </a:pPr>
                      <a:r>
                        <a:rPr lang="en-IN" sz="1400" u="none" cap="none" strike="noStrike">
                          <a:latin typeface="Arial"/>
                          <a:ea typeface="Arial"/>
                          <a:cs typeface="Arial"/>
                          <a:sym typeface="Arial"/>
                        </a:rPr>
                        <a:t>[</a:t>
                      </a:r>
                      <a:r>
                        <a:rPr lang="en-IN"/>
                        <a:t>7</a:t>
                      </a:r>
                      <a:r>
                        <a:rPr lang="en-IN" sz="1400" u="none" cap="none" strike="noStrike">
                          <a:latin typeface="Arial"/>
                          <a:ea typeface="Arial"/>
                          <a:cs typeface="Arial"/>
                          <a:sym typeface="Arial"/>
                        </a:rPr>
                        <a:t>] </a:t>
                      </a:r>
                      <a:endParaRPr sz="1800" u="none" cap="none" strike="noStrike"/>
                    </a:p>
                    <a:p>
                      <a:pPr indent="0" lvl="0" marL="0" marR="0" rtl="0" algn="just">
                        <a:lnSpc>
                          <a:spcPct val="114999"/>
                        </a:lnSpc>
                        <a:spcBef>
                          <a:spcPts val="800"/>
                        </a:spcBef>
                        <a:spcAft>
                          <a:spcPts val="0"/>
                        </a:spcAft>
                        <a:buClr>
                          <a:schemeClr val="dk1"/>
                        </a:buClr>
                        <a:buSzPts val="1400"/>
                        <a:buFont typeface="Arial"/>
                        <a:buNone/>
                      </a:pPr>
                      <a:r>
                        <a:rPr lang="en-IN" sz="1400" u="none" cap="none" strike="noStrike">
                          <a:latin typeface="Arial"/>
                          <a:ea typeface="Arial"/>
                          <a:cs typeface="Arial"/>
                          <a:sym typeface="Arial"/>
                        </a:rPr>
                        <a:t>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Clr>
                          <a:schemeClr val="dk1"/>
                        </a:buClr>
                        <a:buSzPts val="1400"/>
                        <a:buFont typeface="Arial"/>
                        <a:buNone/>
                      </a:pPr>
                      <a:r>
                        <a:rPr lang="en-IN"/>
                        <a:t>Bhise, S., Gadekar, S., Gaur, A.S., Bepari, S. and Deepmala Kale, D.S.A., 2021. Breast cancer detection using machine learning techniques. Int. J. Eng. Res. Technol, 10(7), pp.2278-0181.</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8025">
                <a:tc>
                  <a:txBody>
                    <a:bodyPr/>
                    <a:lstStyle/>
                    <a:p>
                      <a:pPr indent="0" lvl="0" marL="0" marR="0" rtl="0" algn="just">
                        <a:lnSpc>
                          <a:spcPct val="114999"/>
                        </a:lnSpc>
                        <a:spcBef>
                          <a:spcPts val="0"/>
                        </a:spcBef>
                        <a:spcAft>
                          <a:spcPts val="0"/>
                        </a:spcAft>
                        <a:buClr>
                          <a:schemeClr val="dk1"/>
                        </a:buClr>
                        <a:buSzPts val="1400"/>
                        <a:buFont typeface="Arial"/>
                        <a:buNone/>
                      </a:pPr>
                      <a:r>
                        <a:rPr lang="en-IN" sz="1400" u="none" cap="none" strike="noStrike">
                          <a:latin typeface="Arial"/>
                          <a:ea typeface="Arial"/>
                          <a:cs typeface="Arial"/>
                          <a:sym typeface="Arial"/>
                        </a:rPr>
                        <a:t>[</a:t>
                      </a:r>
                      <a:r>
                        <a:rPr lang="en-IN"/>
                        <a:t>8</a:t>
                      </a:r>
                      <a:r>
                        <a:rPr lang="en-IN" sz="1400" u="none" cap="none" strike="noStrike">
                          <a:latin typeface="Arial"/>
                          <a:ea typeface="Arial"/>
                          <a:cs typeface="Arial"/>
                          <a:sym typeface="Arial"/>
                        </a:rPr>
                        <a:t>] </a:t>
                      </a:r>
                      <a:endParaRPr sz="1800" u="none" cap="none" strike="noStrike"/>
                    </a:p>
                    <a:p>
                      <a:pPr indent="0" lvl="0" marL="0" marR="0" rtl="0" algn="just">
                        <a:lnSpc>
                          <a:spcPct val="114999"/>
                        </a:lnSpc>
                        <a:spcBef>
                          <a:spcPts val="800"/>
                        </a:spcBef>
                        <a:spcAft>
                          <a:spcPts val="0"/>
                        </a:spcAft>
                        <a:buClr>
                          <a:schemeClr val="dk1"/>
                        </a:buClr>
                        <a:buSzPts val="1400"/>
                        <a:buFont typeface="Arial"/>
                        <a:buNone/>
                      </a:pPr>
                      <a:r>
                        <a:rPr lang="en-IN" sz="1400" u="none" cap="none" strike="noStrike">
                          <a:latin typeface="Arial"/>
                          <a:ea typeface="Arial"/>
                          <a:cs typeface="Arial"/>
                          <a:sym typeface="Arial"/>
                        </a:rPr>
                        <a:t>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Clr>
                          <a:schemeClr val="dk1"/>
                        </a:buClr>
                        <a:buSzPts val="1400"/>
                        <a:buFont typeface="Arial"/>
                        <a:buNone/>
                      </a:pPr>
                      <a:r>
                        <a:rPr lang="en-IN"/>
                        <a:t>Sindhwani, N., Rana, A. and Chaudhary, A., 2021, September. Breast cancer detection using machine learning algorithms. In 2021 9th International conference on reliability, Infocom technologies and optimization (trends and future directions)(ICRITO) (pp. 1-5). IEEE.</a:t>
                      </a:r>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05850">
                <a:tc>
                  <a:txBody>
                    <a:bodyPr/>
                    <a:lstStyle/>
                    <a:p>
                      <a:pPr indent="0" lvl="0" marL="0" marR="0" rtl="0" algn="just">
                        <a:lnSpc>
                          <a:spcPct val="114999"/>
                        </a:lnSpc>
                        <a:spcBef>
                          <a:spcPts val="0"/>
                        </a:spcBef>
                        <a:spcAft>
                          <a:spcPts val="0"/>
                        </a:spcAft>
                        <a:buClr>
                          <a:schemeClr val="dk1"/>
                        </a:buClr>
                        <a:buSzPts val="1400"/>
                        <a:buFont typeface="Arial"/>
                        <a:buNone/>
                      </a:pPr>
                      <a:r>
                        <a:rPr lang="en-IN" sz="1400" u="none" cap="none" strike="noStrike">
                          <a:latin typeface="Arial"/>
                          <a:ea typeface="Arial"/>
                          <a:cs typeface="Arial"/>
                          <a:sym typeface="Arial"/>
                        </a:rPr>
                        <a:t>[</a:t>
                      </a:r>
                      <a:r>
                        <a:rPr lang="en-IN"/>
                        <a:t>9</a:t>
                      </a:r>
                      <a:r>
                        <a:rPr lang="en-IN" sz="1400" u="none" cap="none" strike="noStrike">
                          <a:latin typeface="Arial"/>
                          <a:ea typeface="Arial"/>
                          <a:cs typeface="Arial"/>
                          <a:sym typeface="Arial"/>
                        </a:rPr>
                        <a:t>] </a:t>
                      </a:r>
                      <a:endParaRPr sz="1800" u="none" cap="none" strike="noStrike"/>
                    </a:p>
                    <a:p>
                      <a:pPr indent="0" lvl="0" marL="0" marR="0" rtl="0" algn="just">
                        <a:lnSpc>
                          <a:spcPct val="114999"/>
                        </a:lnSpc>
                        <a:spcBef>
                          <a:spcPts val="800"/>
                        </a:spcBef>
                        <a:spcAft>
                          <a:spcPts val="0"/>
                        </a:spcAft>
                        <a:buClr>
                          <a:schemeClr val="dk1"/>
                        </a:buClr>
                        <a:buSzPts val="1400"/>
                        <a:buFont typeface="Arial"/>
                        <a:buNone/>
                      </a:pPr>
                      <a:r>
                        <a:rPr lang="en-IN" sz="1400" u="none" cap="none" strike="noStrike">
                          <a:latin typeface="Arial"/>
                          <a:ea typeface="Arial"/>
                          <a:cs typeface="Arial"/>
                          <a:sym typeface="Arial"/>
                        </a:rPr>
                        <a:t>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Clr>
                          <a:schemeClr val="dk1"/>
                        </a:buClr>
                        <a:buSzPts val="1400"/>
                        <a:buFont typeface="Arial"/>
                        <a:buNone/>
                      </a:pPr>
                      <a:r>
                        <a:rPr lang="en-IN"/>
                        <a:t>Khalid, A., Mehmood, A., Alabrah, A., Alkhamees, B.F., Amin, F., AlSalman, H. and Choi, G.S., 2023. Breast cancer detection and prevention using machine learning. Diagnostics, 13(19), p.3113.</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97275">
                <a:tc>
                  <a:txBody>
                    <a:bodyPr/>
                    <a:lstStyle/>
                    <a:p>
                      <a:pPr indent="0" lvl="0" marL="0" marR="0" rtl="0" algn="just">
                        <a:lnSpc>
                          <a:spcPct val="114999"/>
                        </a:lnSpc>
                        <a:spcBef>
                          <a:spcPts val="0"/>
                        </a:spcBef>
                        <a:spcAft>
                          <a:spcPts val="0"/>
                        </a:spcAft>
                        <a:buClr>
                          <a:schemeClr val="dk1"/>
                        </a:buClr>
                        <a:buSzPts val="1400"/>
                        <a:buFont typeface="Arial"/>
                        <a:buNone/>
                      </a:pPr>
                      <a:r>
                        <a:rPr lang="en-IN" sz="1400" u="none" cap="none" strike="noStrike">
                          <a:latin typeface="Arial"/>
                          <a:ea typeface="Arial"/>
                          <a:cs typeface="Arial"/>
                          <a:sym typeface="Arial"/>
                        </a:rPr>
                        <a:t>[</a:t>
                      </a:r>
                      <a:r>
                        <a:rPr lang="en-IN"/>
                        <a:t>10</a:t>
                      </a:r>
                      <a:r>
                        <a:rPr lang="en-IN" sz="1400" u="none" cap="none" strike="noStrike">
                          <a:latin typeface="Arial"/>
                          <a:ea typeface="Arial"/>
                          <a:cs typeface="Arial"/>
                          <a:sym typeface="Arial"/>
                        </a:rPr>
                        <a:t>] </a:t>
                      </a:r>
                      <a:endParaRPr sz="1800" u="none" cap="none" strike="noStrike"/>
                    </a:p>
                    <a:p>
                      <a:pPr indent="0" lvl="0" marL="0" marR="0" rtl="0" algn="just">
                        <a:lnSpc>
                          <a:spcPct val="114999"/>
                        </a:lnSpc>
                        <a:spcBef>
                          <a:spcPts val="800"/>
                        </a:spcBef>
                        <a:spcAft>
                          <a:spcPts val="0"/>
                        </a:spcAft>
                        <a:buClr>
                          <a:schemeClr val="dk1"/>
                        </a:buClr>
                        <a:buSzPts val="1400"/>
                        <a:buFont typeface="Arial"/>
                        <a:buNone/>
                      </a:pPr>
                      <a:r>
                        <a:rPr lang="en-IN" sz="1400" u="none" cap="none" strike="noStrike">
                          <a:latin typeface="Arial"/>
                          <a:ea typeface="Arial"/>
                          <a:cs typeface="Arial"/>
                          <a:sym typeface="Arial"/>
                        </a:rPr>
                        <a:t>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Clr>
                          <a:schemeClr val="dk1"/>
                        </a:buClr>
                        <a:buSzPts val="1400"/>
                        <a:buFont typeface="Arial"/>
                        <a:buNone/>
                      </a:pPr>
                      <a:r>
                        <a:rPr lang="en-IN"/>
                        <a:t>Naseem, U., Rashid, J., Ali, L., Kim, J., Haq, Q.E.U., Awan, M.J. and Imran, M., 2022. An automatic detection of breast cancer diagnosis and prognosis based on machine learning using ensemble of classifiers. Ieee Access, 10, pp.78242-78252.</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0"/>
          <p:cNvSpPr txBox="1"/>
          <p:nvPr>
            <p:ph type="title"/>
          </p:nvPr>
        </p:nvSpPr>
        <p:spPr>
          <a:xfrm>
            <a:off x="572042" y="433576"/>
            <a:ext cx="8433300" cy="554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rgbClr val="572314"/>
              </a:buClr>
              <a:buSzPts val="2500"/>
              <a:buFont typeface="Times New Roman"/>
              <a:buNone/>
            </a:pPr>
            <a:r>
              <a:rPr b="1" lang="en-IN" sz="2800">
                <a:solidFill>
                  <a:srgbClr val="572314"/>
                </a:solidFill>
                <a:latin typeface="Times New Roman"/>
                <a:ea typeface="Times New Roman"/>
                <a:cs typeface="Times New Roman"/>
                <a:sym typeface="Times New Roman"/>
              </a:rPr>
              <a:t>References</a:t>
            </a:r>
            <a:endParaRPr b="1" sz="2800">
              <a:solidFill>
                <a:srgbClr val="572314"/>
              </a:solidFill>
              <a:latin typeface="Times New Roman"/>
              <a:ea typeface="Times New Roman"/>
              <a:cs typeface="Times New Roman"/>
              <a:sym typeface="Times New Roman"/>
            </a:endParaRPr>
          </a:p>
        </p:txBody>
      </p:sp>
      <p:graphicFrame>
        <p:nvGraphicFramePr>
          <p:cNvPr id="434" name="Google Shape;434;p50"/>
          <p:cNvGraphicFramePr/>
          <p:nvPr/>
        </p:nvGraphicFramePr>
        <p:xfrm>
          <a:off x="683568" y="987574"/>
          <a:ext cx="3000000" cy="3000000"/>
        </p:xfrm>
        <a:graphic>
          <a:graphicData uri="http://schemas.openxmlformats.org/drawingml/2006/table">
            <a:tbl>
              <a:tblPr>
                <a:noFill/>
                <a:tableStyleId>{FD9EA8F1-F3C1-4F5E-87AB-E92E76008C01}</a:tableStyleId>
              </a:tblPr>
              <a:tblGrid>
                <a:gridCol w="469650"/>
                <a:gridCol w="7451250"/>
              </a:tblGrid>
              <a:tr h="808500">
                <a:tc>
                  <a:txBody>
                    <a:bodyPr/>
                    <a:lstStyle/>
                    <a:p>
                      <a:pPr indent="0" lvl="0" marL="0" rtl="0" algn="just">
                        <a:lnSpc>
                          <a:spcPct val="114999"/>
                        </a:lnSpc>
                        <a:spcBef>
                          <a:spcPts val="0"/>
                        </a:spcBef>
                        <a:spcAft>
                          <a:spcPts val="0"/>
                        </a:spcAft>
                        <a:buNone/>
                      </a:pPr>
                      <a:r>
                        <a:rPr lang="en-IN">
                          <a:solidFill>
                            <a:schemeClr val="dk1"/>
                          </a:solidFill>
                        </a:rPr>
                        <a:t>[11] </a:t>
                      </a:r>
                      <a:endParaRPr sz="1400" u="none" cap="none" strike="noStrike">
                        <a:latin typeface="Arial"/>
                        <a:ea typeface="Arial"/>
                        <a:cs typeface="Arial"/>
                        <a:sym typeface="Arial"/>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None/>
                      </a:pPr>
                      <a:r>
                        <a:rPr lang="en-IN"/>
                        <a:t>Mangukiya, M., Vaghani, A. and Savani, M., 2022. Breast cancer detection with machine learning. International Journal for Research in Applied Science and Engineering Technology, 10(2), pp.141-145.</a:t>
                      </a:r>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30475">
                <a:tc>
                  <a:txBody>
                    <a:bodyPr/>
                    <a:lstStyle/>
                    <a:p>
                      <a:pPr indent="0" lvl="0" marL="0" marR="0" rtl="0" algn="just">
                        <a:lnSpc>
                          <a:spcPct val="114999"/>
                        </a:lnSpc>
                        <a:spcBef>
                          <a:spcPts val="0"/>
                        </a:spcBef>
                        <a:spcAft>
                          <a:spcPts val="0"/>
                        </a:spcAft>
                        <a:buClr>
                          <a:schemeClr val="dk1"/>
                        </a:buClr>
                        <a:buSzPts val="1400"/>
                        <a:buFont typeface="Arial"/>
                        <a:buNone/>
                      </a:pPr>
                      <a:r>
                        <a:rPr lang="en-IN">
                          <a:solidFill>
                            <a:schemeClr val="dk1"/>
                          </a:solidFill>
                        </a:rPr>
                        <a:t>[12] </a:t>
                      </a:r>
                      <a:r>
                        <a:rPr lang="en-IN" sz="1400" u="none" cap="none" strike="noStrike">
                          <a:latin typeface="Arial"/>
                          <a:ea typeface="Arial"/>
                          <a:cs typeface="Arial"/>
                          <a:sym typeface="Arial"/>
                        </a:rPr>
                        <a:t> </a:t>
                      </a:r>
                      <a:endParaRPr sz="1800" u="none" cap="none" strike="noStrike"/>
                    </a:p>
                    <a:p>
                      <a:pPr indent="0" lvl="0" marL="0" marR="0" rtl="0" algn="just">
                        <a:lnSpc>
                          <a:spcPct val="114999"/>
                        </a:lnSpc>
                        <a:spcBef>
                          <a:spcPts val="800"/>
                        </a:spcBef>
                        <a:spcAft>
                          <a:spcPts val="0"/>
                        </a:spcAft>
                        <a:buClr>
                          <a:schemeClr val="dk1"/>
                        </a:buClr>
                        <a:buSzPts val="1400"/>
                        <a:buFont typeface="Arial"/>
                        <a:buNone/>
                      </a:pPr>
                      <a:r>
                        <a:rPr lang="en-IN" sz="1400" u="none" cap="none" strike="noStrike">
                          <a:latin typeface="Arial"/>
                          <a:ea typeface="Arial"/>
                          <a:cs typeface="Arial"/>
                          <a:sym typeface="Arial"/>
                        </a:rPr>
                        <a:t> </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14999"/>
                        </a:lnSpc>
                        <a:spcBef>
                          <a:spcPts val="0"/>
                        </a:spcBef>
                        <a:spcAft>
                          <a:spcPts val="0"/>
                        </a:spcAft>
                        <a:buClr>
                          <a:schemeClr val="dk1"/>
                        </a:buClr>
                        <a:buSzPts val="1400"/>
                        <a:buFont typeface="Arial"/>
                        <a:buNone/>
                      </a:pPr>
                      <a:r>
                        <a:rPr lang="en-IN"/>
                        <a:t>Kumar, M., Singhal, S., Shekhar, S., Sharma, B. and Srivastava, G., 2022. Optimized stacking ensemble learning model for breast cancer detection and classification using machine learning. Sustainability, 14(21), p.13998.</a:t>
                      </a:r>
                      <a:endParaRPr sz="18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1"/>
          <p:cNvSpPr txBox="1"/>
          <p:nvPr/>
        </p:nvSpPr>
        <p:spPr>
          <a:xfrm>
            <a:off x="1435680" y="206010"/>
            <a:ext cx="7497720" cy="85698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Gill Sans"/>
              <a:ea typeface="Gill Sans"/>
              <a:cs typeface="Gill Sans"/>
              <a:sym typeface="Gill Sans"/>
            </a:endParaRPr>
          </a:p>
        </p:txBody>
      </p:sp>
      <p:sp>
        <p:nvSpPr>
          <p:cNvPr id="440" name="Google Shape;440;p51"/>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I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441" name="Google Shape;441;p51"/>
          <p:cNvPicPr preferRelativeResize="0"/>
          <p:nvPr/>
        </p:nvPicPr>
        <p:blipFill rotWithShape="1">
          <a:blip r:embed="rId3">
            <a:alphaModFix/>
          </a:blip>
          <a:srcRect b="0" l="0" r="0" t="0"/>
          <a:stretch/>
        </p:blipFill>
        <p:spPr>
          <a:xfrm>
            <a:off x="1763640" y="1778220"/>
            <a:ext cx="6049800" cy="22156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lar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ar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